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4"/>
  </p:sldMasterIdLst>
  <p:notesMasterIdLst>
    <p:notesMasterId r:id="rId10"/>
  </p:notesMasterIdLst>
  <p:sldIdLst>
    <p:sldId id="256" r:id="rId5"/>
    <p:sldId id="257" r:id="rId6"/>
    <p:sldId id="258" r:id="rId7"/>
    <p:sldId id="259" r:id="rId8"/>
    <p:sldId id="260" r:id="rId9"/>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24FE89-167E-491C-BCFD-01805A451DA5}" v="69" dt="2026-04-22T04:49:11.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18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Daniel Spies Baah" userId="77717706-d745-4b4f-9643-78ccedea9807" providerId="ADAL" clId="{93F0A7FD-11EA-4202-A21E-44C10A77E988}"/>
    <pc:docChg chg="undo redo custSel addSld delSld modSld modMainMaster">
      <pc:chgData name="John Daniel Spies Baah" userId="77717706-d745-4b4f-9643-78ccedea9807" providerId="ADAL" clId="{93F0A7FD-11EA-4202-A21E-44C10A77E988}" dt="2026-04-22T04:57:21.011" v="3358" actId="20577"/>
      <pc:docMkLst>
        <pc:docMk/>
      </pc:docMkLst>
      <pc:sldChg chg="modSp">
        <pc:chgData name="John Daniel Spies Baah" userId="77717706-d745-4b4f-9643-78ccedea9807" providerId="ADAL" clId="{93F0A7FD-11EA-4202-A21E-44C10A77E988}" dt="2026-04-22T03:58:39.088" v="2"/>
        <pc:sldMkLst>
          <pc:docMk/>
          <pc:sldMk cId="0" sldId="256"/>
        </pc:sldMkLst>
        <pc:spChg chg="mod">
          <ac:chgData name="John Daniel Spies Baah" userId="77717706-d745-4b4f-9643-78ccedea9807" providerId="ADAL" clId="{93F0A7FD-11EA-4202-A21E-44C10A77E988}" dt="2026-04-22T03:58:39.088" v="2"/>
          <ac:spMkLst>
            <pc:docMk/>
            <pc:sldMk cId="0" sldId="256"/>
            <ac:spMk id="2" creationId="{00000000-0000-0000-0000-000000000000}"/>
          </ac:spMkLst>
        </pc:spChg>
        <pc:spChg chg="mod">
          <ac:chgData name="John Daniel Spies Baah" userId="77717706-d745-4b4f-9643-78ccedea9807" providerId="ADAL" clId="{93F0A7FD-11EA-4202-A21E-44C10A77E988}" dt="2026-04-22T03:58:39.088" v="2"/>
          <ac:spMkLst>
            <pc:docMk/>
            <pc:sldMk cId="0" sldId="256"/>
            <ac:spMk id="4" creationId="{00000000-0000-0000-0000-000000000000}"/>
          </ac:spMkLst>
        </pc:spChg>
        <pc:spChg chg="mod">
          <ac:chgData name="John Daniel Spies Baah" userId="77717706-d745-4b4f-9643-78ccedea9807" providerId="ADAL" clId="{93F0A7FD-11EA-4202-A21E-44C10A77E988}" dt="2026-04-22T03:58:39.088" v="2"/>
          <ac:spMkLst>
            <pc:docMk/>
            <pc:sldMk cId="0" sldId="256"/>
            <ac:spMk id="5" creationId="{00000000-0000-0000-0000-000000000000}"/>
          </ac:spMkLst>
        </pc:spChg>
        <pc:spChg chg="mod">
          <ac:chgData name="John Daniel Spies Baah" userId="77717706-d745-4b4f-9643-78ccedea9807" providerId="ADAL" clId="{93F0A7FD-11EA-4202-A21E-44C10A77E988}" dt="2026-04-22T03:58:39.088" v="2"/>
          <ac:spMkLst>
            <pc:docMk/>
            <pc:sldMk cId="0" sldId="256"/>
            <ac:spMk id="6" creationId="{00000000-0000-0000-0000-000000000000}"/>
          </ac:spMkLst>
        </pc:spChg>
        <pc:spChg chg="mod">
          <ac:chgData name="John Daniel Spies Baah" userId="77717706-d745-4b4f-9643-78ccedea9807" providerId="ADAL" clId="{93F0A7FD-11EA-4202-A21E-44C10A77E988}" dt="2026-04-22T03:58:39.088" v="2"/>
          <ac:spMkLst>
            <pc:docMk/>
            <pc:sldMk cId="0" sldId="256"/>
            <ac:spMk id="7" creationId="{00000000-0000-0000-0000-000000000000}"/>
          </ac:spMkLst>
        </pc:spChg>
        <pc:spChg chg="mod">
          <ac:chgData name="John Daniel Spies Baah" userId="77717706-d745-4b4f-9643-78ccedea9807" providerId="ADAL" clId="{93F0A7FD-11EA-4202-A21E-44C10A77E988}" dt="2026-04-22T03:58:39.088" v="2"/>
          <ac:spMkLst>
            <pc:docMk/>
            <pc:sldMk cId="0" sldId="256"/>
            <ac:spMk id="8" creationId="{00000000-0000-0000-0000-000000000000}"/>
          </ac:spMkLst>
        </pc:spChg>
        <pc:spChg chg="mod">
          <ac:chgData name="John Daniel Spies Baah" userId="77717706-d745-4b4f-9643-78ccedea9807" providerId="ADAL" clId="{93F0A7FD-11EA-4202-A21E-44C10A77E988}" dt="2026-04-22T03:58:39.088" v="2"/>
          <ac:spMkLst>
            <pc:docMk/>
            <pc:sldMk cId="0" sldId="256"/>
            <ac:spMk id="9" creationId="{00000000-0000-0000-0000-000000000000}"/>
          </ac:spMkLst>
        </pc:spChg>
        <pc:spChg chg="mod">
          <ac:chgData name="John Daniel Spies Baah" userId="77717706-d745-4b4f-9643-78ccedea9807" providerId="ADAL" clId="{93F0A7FD-11EA-4202-A21E-44C10A77E988}" dt="2026-04-22T03:58:39.088" v="2"/>
          <ac:spMkLst>
            <pc:docMk/>
            <pc:sldMk cId="0" sldId="256"/>
            <ac:spMk id="10" creationId="{00000000-0000-0000-0000-000000000000}"/>
          </ac:spMkLst>
        </pc:spChg>
        <pc:spChg chg="mod">
          <ac:chgData name="John Daniel Spies Baah" userId="77717706-d745-4b4f-9643-78ccedea9807" providerId="ADAL" clId="{93F0A7FD-11EA-4202-A21E-44C10A77E988}" dt="2026-04-22T03:58:39.088" v="2"/>
          <ac:spMkLst>
            <pc:docMk/>
            <pc:sldMk cId="0" sldId="256"/>
            <ac:spMk id="11" creationId="{00000000-0000-0000-0000-000000000000}"/>
          </ac:spMkLst>
        </pc:spChg>
        <pc:spChg chg="mod">
          <ac:chgData name="John Daniel Spies Baah" userId="77717706-d745-4b4f-9643-78ccedea9807" providerId="ADAL" clId="{93F0A7FD-11EA-4202-A21E-44C10A77E988}" dt="2026-04-22T03:58:39.088" v="2"/>
          <ac:spMkLst>
            <pc:docMk/>
            <pc:sldMk cId="0" sldId="256"/>
            <ac:spMk id="12" creationId="{00000000-0000-0000-0000-000000000000}"/>
          </ac:spMkLst>
        </pc:spChg>
      </pc:sldChg>
      <pc:sldChg chg="modSp">
        <pc:chgData name="John Daniel Spies Baah" userId="77717706-d745-4b4f-9643-78ccedea9807" providerId="ADAL" clId="{93F0A7FD-11EA-4202-A21E-44C10A77E988}" dt="2026-04-22T03:58:39.088" v="2"/>
        <pc:sldMkLst>
          <pc:docMk/>
          <pc:sldMk cId="0" sldId="257"/>
        </pc:sldMkLst>
        <pc:spChg chg="mod">
          <ac:chgData name="John Daniel Spies Baah" userId="77717706-d745-4b4f-9643-78ccedea9807" providerId="ADAL" clId="{93F0A7FD-11EA-4202-A21E-44C10A77E988}" dt="2026-04-22T03:58:39.088" v="2"/>
          <ac:spMkLst>
            <pc:docMk/>
            <pc:sldMk cId="0" sldId="257"/>
            <ac:spMk id="5" creationId="{00000000-0000-0000-0000-000000000000}"/>
          </ac:spMkLst>
        </pc:spChg>
        <pc:spChg chg="mod">
          <ac:chgData name="John Daniel Spies Baah" userId="77717706-d745-4b4f-9643-78ccedea9807" providerId="ADAL" clId="{93F0A7FD-11EA-4202-A21E-44C10A77E988}" dt="2026-04-22T03:58:39.088" v="2"/>
          <ac:spMkLst>
            <pc:docMk/>
            <pc:sldMk cId="0" sldId="257"/>
            <ac:spMk id="6" creationId="{00000000-0000-0000-0000-000000000000}"/>
          </ac:spMkLst>
        </pc:spChg>
        <pc:spChg chg="mod">
          <ac:chgData name="John Daniel Spies Baah" userId="77717706-d745-4b4f-9643-78ccedea9807" providerId="ADAL" clId="{93F0A7FD-11EA-4202-A21E-44C10A77E988}" dt="2026-04-22T03:58:39.088" v="2"/>
          <ac:spMkLst>
            <pc:docMk/>
            <pc:sldMk cId="0" sldId="257"/>
            <ac:spMk id="10" creationId="{00000000-0000-0000-0000-000000000000}"/>
          </ac:spMkLst>
        </pc:spChg>
        <pc:spChg chg="mod">
          <ac:chgData name="John Daniel Spies Baah" userId="77717706-d745-4b4f-9643-78ccedea9807" providerId="ADAL" clId="{93F0A7FD-11EA-4202-A21E-44C10A77E988}" dt="2026-04-22T03:58:39.088" v="2"/>
          <ac:spMkLst>
            <pc:docMk/>
            <pc:sldMk cId="0" sldId="257"/>
            <ac:spMk id="14" creationId="{00000000-0000-0000-0000-000000000000}"/>
          </ac:spMkLst>
        </pc:spChg>
        <pc:spChg chg="mod">
          <ac:chgData name="John Daniel Spies Baah" userId="77717706-d745-4b4f-9643-78ccedea9807" providerId="ADAL" clId="{93F0A7FD-11EA-4202-A21E-44C10A77E988}" dt="2026-04-22T03:58:39.088" v="2"/>
          <ac:spMkLst>
            <pc:docMk/>
            <pc:sldMk cId="0" sldId="257"/>
            <ac:spMk id="18" creationId="{00000000-0000-0000-0000-000000000000}"/>
          </ac:spMkLst>
        </pc:spChg>
        <pc:spChg chg="mod">
          <ac:chgData name="John Daniel Spies Baah" userId="77717706-d745-4b4f-9643-78ccedea9807" providerId="ADAL" clId="{93F0A7FD-11EA-4202-A21E-44C10A77E988}" dt="2026-04-22T03:58:39.088" v="2"/>
          <ac:spMkLst>
            <pc:docMk/>
            <pc:sldMk cId="0" sldId="257"/>
            <ac:spMk id="20" creationId="{00000000-0000-0000-0000-000000000000}"/>
          </ac:spMkLst>
        </pc:spChg>
        <pc:spChg chg="mod">
          <ac:chgData name="John Daniel Spies Baah" userId="77717706-d745-4b4f-9643-78ccedea9807" providerId="ADAL" clId="{93F0A7FD-11EA-4202-A21E-44C10A77E988}" dt="2026-04-22T03:58:39.088" v="2"/>
          <ac:spMkLst>
            <pc:docMk/>
            <pc:sldMk cId="0" sldId="257"/>
            <ac:spMk id="22" creationId="{00000000-0000-0000-0000-000000000000}"/>
          </ac:spMkLst>
        </pc:spChg>
        <pc:spChg chg="mod">
          <ac:chgData name="John Daniel Spies Baah" userId="77717706-d745-4b4f-9643-78ccedea9807" providerId="ADAL" clId="{93F0A7FD-11EA-4202-A21E-44C10A77E988}" dt="2026-04-22T03:58:39.088" v="2"/>
          <ac:spMkLst>
            <pc:docMk/>
            <pc:sldMk cId="0" sldId="257"/>
            <ac:spMk id="26" creationId="{00000000-0000-0000-0000-000000000000}"/>
          </ac:spMkLst>
        </pc:spChg>
        <pc:spChg chg="mod">
          <ac:chgData name="John Daniel Spies Baah" userId="77717706-d745-4b4f-9643-78ccedea9807" providerId="ADAL" clId="{93F0A7FD-11EA-4202-A21E-44C10A77E988}" dt="2026-04-22T03:58:39.088" v="2"/>
          <ac:spMkLst>
            <pc:docMk/>
            <pc:sldMk cId="0" sldId="257"/>
            <ac:spMk id="28" creationId="{00000000-0000-0000-0000-000000000000}"/>
          </ac:spMkLst>
        </pc:spChg>
        <pc:spChg chg="mod">
          <ac:chgData name="John Daniel Spies Baah" userId="77717706-d745-4b4f-9643-78ccedea9807" providerId="ADAL" clId="{93F0A7FD-11EA-4202-A21E-44C10A77E988}" dt="2026-04-22T03:58:39.088" v="2"/>
          <ac:spMkLst>
            <pc:docMk/>
            <pc:sldMk cId="0" sldId="257"/>
            <ac:spMk id="31" creationId="{00000000-0000-0000-0000-000000000000}"/>
          </ac:spMkLst>
        </pc:spChg>
      </pc:sldChg>
      <pc:sldChg chg="modSp">
        <pc:chgData name="John Daniel Spies Baah" userId="77717706-d745-4b4f-9643-78ccedea9807" providerId="ADAL" clId="{93F0A7FD-11EA-4202-A21E-44C10A77E988}" dt="2026-04-22T03:58:39.088" v="2"/>
        <pc:sldMkLst>
          <pc:docMk/>
          <pc:sldMk cId="0" sldId="258"/>
        </pc:sldMkLst>
        <pc:spChg chg="mod">
          <ac:chgData name="John Daniel Spies Baah" userId="77717706-d745-4b4f-9643-78ccedea9807" providerId="ADAL" clId="{93F0A7FD-11EA-4202-A21E-44C10A77E988}" dt="2026-04-22T03:58:39.088" v="2"/>
          <ac:spMkLst>
            <pc:docMk/>
            <pc:sldMk cId="0" sldId="258"/>
            <ac:spMk id="2" creationId="{00000000-0000-0000-0000-000000000000}"/>
          </ac:spMkLst>
        </pc:spChg>
        <pc:spChg chg="mod">
          <ac:chgData name="John Daniel Spies Baah" userId="77717706-d745-4b4f-9643-78ccedea9807" providerId="ADAL" clId="{93F0A7FD-11EA-4202-A21E-44C10A77E988}" dt="2026-04-22T03:58:39.088" v="2"/>
          <ac:spMkLst>
            <pc:docMk/>
            <pc:sldMk cId="0" sldId="258"/>
            <ac:spMk id="7" creationId="{00000000-0000-0000-0000-000000000000}"/>
          </ac:spMkLst>
        </pc:spChg>
        <pc:spChg chg="mod">
          <ac:chgData name="John Daniel Spies Baah" userId="77717706-d745-4b4f-9643-78ccedea9807" providerId="ADAL" clId="{93F0A7FD-11EA-4202-A21E-44C10A77E988}" dt="2026-04-22T03:58:39.088" v="2"/>
          <ac:spMkLst>
            <pc:docMk/>
            <pc:sldMk cId="0" sldId="258"/>
            <ac:spMk id="8" creationId="{00000000-0000-0000-0000-000000000000}"/>
          </ac:spMkLst>
        </pc:spChg>
        <pc:spChg chg="mod">
          <ac:chgData name="John Daniel Spies Baah" userId="77717706-d745-4b4f-9643-78ccedea9807" providerId="ADAL" clId="{93F0A7FD-11EA-4202-A21E-44C10A77E988}" dt="2026-04-22T03:58:39.088" v="2"/>
          <ac:spMkLst>
            <pc:docMk/>
            <pc:sldMk cId="0" sldId="258"/>
            <ac:spMk id="10" creationId="{00000000-0000-0000-0000-000000000000}"/>
          </ac:spMkLst>
        </pc:spChg>
        <pc:spChg chg="mod">
          <ac:chgData name="John Daniel Spies Baah" userId="77717706-d745-4b4f-9643-78ccedea9807" providerId="ADAL" clId="{93F0A7FD-11EA-4202-A21E-44C10A77E988}" dt="2026-04-22T03:58:39.088" v="2"/>
          <ac:spMkLst>
            <pc:docMk/>
            <pc:sldMk cId="0" sldId="258"/>
            <ac:spMk id="12" creationId="{00000000-0000-0000-0000-000000000000}"/>
          </ac:spMkLst>
        </pc:spChg>
        <pc:spChg chg="mod">
          <ac:chgData name="John Daniel Spies Baah" userId="77717706-d745-4b4f-9643-78ccedea9807" providerId="ADAL" clId="{93F0A7FD-11EA-4202-A21E-44C10A77E988}" dt="2026-04-22T03:58:39.088" v="2"/>
          <ac:spMkLst>
            <pc:docMk/>
            <pc:sldMk cId="0" sldId="258"/>
            <ac:spMk id="13" creationId="{00000000-0000-0000-0000-000000000000}"/>
          </ac:spMkLst>
        </pc:spChg>
        <pc:spChg chg="mod">
          <ac:chgData name="John Daniel Spies Baah" userId="77717706-d745-4b4f-9643-78ccedea9807" providerId="ADAL" clId="{93F0A7FD-11EA-4202-A21E-44C10A77E988}" dt="2026-04-22T03:58:39.088" v="2"/>
          <ac:spMkLst>
            <pc:docMk/>
            <pc:sldMk cId="0" sldId="258"/>
            <ac:spMk id="15" creationId="{00000000-0000-0000-0000-000000000000}"/>
          </ac:spMkLst>
        </pc:spChg>
        <pc:spChg chg="mod">
          <ac:chgData name="John Daniel Spies Baah" userId="77717706-d745-4b4f-9643-78ccedea9807" providerId="ADAL" clId="{93F0A7FD-11EA-4202-A21E-44C10A77E988}" dt="2026-04-22T03:58:39.088" v="2"/>
          <ac:spMkLst>
            <pc:docMk/>
            <pc:sldMk cId="0" sldId="258"/>
            <ac:spMk id="17" creationId="{00000000-0000-0000-0000-000000000000}"/>
          </ac:spMkLst>
        </pc:spChg>
        <pc:spChg chg="mod">
          <ac:chgData name="John Daniel Spies Baah" userId="77717706-d745-4b4f-9643-78ccedea9807" providerId="ADAL" clId="{93F0A7FD-11EA-4202-A21E-44C10A77E988}" dt="2026-04-22T03:58:39.088" v="2"/>
          <ac:spMkLst>
            <pc:docMk/>
            <pc:sldMk cId="0" sldId="258"/>
            <ac:spMk id="18" creationId="{00000000-0000-0000-0000-000000000000}"/>
          </ac:spMkLst>
        </pc:spChg>
        <pc:spChg chg="mod">
          <ac:chgData name="John Daniel Spies Baah" userId="77717706-d745-4b4f-9643-78ccedea9807" providerId="ADAL" clId="{93F0A7FD-11EA-4202-A21E-44C10A77E988}" dt="2026-04-22T03:58:39.088" v="2"/>
          <ac:spMkLst>
            <pc:docMk/>
            <pc:sldMk cId="0" sldId="258"/>
            <ac:spMk id="22" creationId="{00000000-0000-0000-0000-000000000000}"/>
          </ac:spMkLst>
        </pc:spChg>
      </pc:sldChg>
      <pc:sldChg chg="modSp">
        <pc:chgData name="John Daniel Spies Baah" userId="77717706-d745-4b4f-9643-78ccedea9807" providerId="ADAL" clId="{93F0A7FD-11EA-4202-A21E-44C10A77E988}" dt="2026-04-22T03:58:39.088" v="2"/>
        <pc:sldMkLst>
          <pc:docMk/>
          <pc:sldMk cId="0" sldId="259"/>
        </pc:sldMkLst>
        <pc:spChg chg="mod">
          <ac:chgData name="John Daniel Spies Baah" userId="77717706-d745-4b4f-9643-78ccedea9807" providerId="ADAL" clId="{93F0A7FD-11EA-4202-A21E-44C10A77E988}" dt="2026-04-22T03:58:39.088" v="2"/>
          <ac:spMkLst>
            <pc:docMk/>
            <pc:sldMk cId="0" sldId="259"/>
            <ac:spMk id="6" creationId="{00000000-0000-0000-0000-000000000000}"/>
          </ac:spMkLst>
        </pc:spChg>
        <pc:spChg chg="mod">
          <ac:chgData name="John Daniel Spies Baah" userId="77717706-d745-4b4f-9643-78ccedea9807" providerId="ADAL" clId="{93F0A7FD-11EA-4202-A21E-44C10A77E988}" dt="2026-04-22T03:58:39.088" v="2"/>
          <ac:spMkLst>
            <pc:docMk/>
            <pc:sldMk cId="0" sldId="259"/>
            <ac:spMk id="8" creationId="{00000000-0000-0000-0000-000000000000}"/>
          </ac:spMkLst>
        </pc:spChg>
        <pc:spChg chg="mod">
          <ac:chgData name="John Daniel Spies Baah" userId="77717706-d745-4b4f-9643-78ccedea9807" providerId="ADAL" clId="{93F0A7FD-11EA-4202-A21E-44C10A77E988}" dt="2026-04-22T03:58:39.088" v="2"/>
          <ac:spMkLst>
            <pc:docMk/>
            <pc:sldMk cId="0" sldId="259"/>
            <ac:spMk id="9" creationId="{00000000-0000-0000-0000-000000000000}"/>
          </ac:spMkLst>
        </pc:spChg>
        <pc:spChg chg="mod">
          <ac:chgData name="John Daniel Spies Baah" userId="77717706-d745-4b4f-9643-78ccedea9807" providerId="ADAL" clId="{93F0A7FD-11EA-4202-A21E-44C10A77E988}" dt="2026-04-22T03:58:39.088" v="2"/>
          <ac:spMkLst>
            <pc:docMk/>
            <pc:sldMk cId="0" sldId="259"/>
            <ac:spMk id="14" creationId="{00000000-0000-0000-0000-000000000000}"/>
          </ac:spMkLst>
        </pc:spChg>
        <pc:spChg chg="mod">
          <ac:chgData name="John Daniel Spies Baah" userId="77717706-d745-4b4f-9643-78ccedea9807" providerId="ADAL" clId="{93F0A7FD-11EA-4202-A21E-44C10A77E988}" dt="2026-04-22T03:58:39.088" v="2"/>
          <ac:spMkLst>
            <pc:docMk/>
            <pc:sldMk cId="0" sldId="259"/>
            <ac:spMk id="16" creationId="{00000000-0000-0000-0000-000000000000}"/>
          </ac:spMkLst>
        </pc:spChg>
        <pc:spChg chg="mod">
          <ac:chgData name="John Daniel Spies Baah" userId="77717706-d745-4b4f-9643-78ccedea9807" providerId="ADAL" clId="{93F0A7FD-11EA-4202-A21E-44C10A77E988}" dt="2026-04-22T03:58:39.088" v="2"/>
          <ac:spMkLst>
            <pc:docMk/>
            <pc:sldMk cId="0" sldId="259"/>
            <ac:spMk id="19" creationId="{00000000-0000-0000-0000-000000000000}"/>
          </ac:spMkLst>
        </pc:spChg>
        <pc:spChg chg="mod">
          <ac:chgData name="John Daniel Spies Baah" userId="77717706-d745-4b4f-9643-78ccedea9807" providerId="ADAL" clId="{93F0A7FD-11EA-4202-A21E-44C10A77E988}" dt="2026-04-22T03:58:39.088" v="2"/>
          <ac:spMkLst>
            <pc:docMk/>
            <pc:sldMk cId="0" sldId="259"/>
            <ac:spMk id="21" creationId="{00000000-0000-0000-0000-000000000000}"/>
          </ac:spMkLst>
        </pc:spChg>
        <pc:spChg chg="mod">
          <ac:chgData name="John Daniel Spies Baah" userId="77717706-d745-4b4f-9643-78ccedea9807" providerId="ADAL" clId="{93F0A7FD-11EA-4202-A21E-44C10A77E988}" dt="2026-04-22T03:58:39.088" v="2"/>
          <ac:spMkLst>
            <pc:docMk/>
            <pc:sldMk cId="0" sldId="259"/>
            <ac:spMk id="25" creationId="{00000000-0000-0000-0000-000000000000}"/>
          </ac:spMkLst>
        </pc:spChg>
        <pc:spChg chg="mod">
          <ac:chgData name="John Daniel Spies Baah" userId="77717706-d745-4b4f-9643-78ccedea9807" providerId="ADAL" clId="{93F0A7FD-11EA-4202-A21E-44C10A77E988}" dt="2026-04-22T03:58:39.088" v="2"/>
          <ac:spMkLst>
            <pc:docMk/>
            <pc:sldMk cId="0" sldId="259"/>
            <ac:spMk id="27" creationId="{00000000-0000-0000-0000-000000000000}"/>
          </ac:spMkLst>
        </pc:spChg>
        <pc:spChg chg="mod">
          <ac:chgData name="John Daniel Spies Baah" userId="77717706-d745-4b4f-9643-78ccedea9807" providerId="ADAL" clId="{93F0A7FD-11EA-4202-A21E-44C10A77E988}" dt="2026-04-22T03:58:39.088" v="2"/>
          <ac:spMkLst>
            <pc:docMk/>
            <pc:sldMk cId="0" sldId="259"/>
            <ac:spMk id="28" creationId="{00000000-0000-0000-0000-000000000000}"/>
          </ac:spMkLst>
        </pc:spChg>
      </pc:sldChg>
      <pc:sldChg chg="modSp">
        <pc:chgData name="John Daniel Spies Baah" userId="77717706-d745-4b4f-9643-78ccedea9807" providerId="ADAL" clId="{93F0A7FD-11EA-4202-A21E-44C10A77E988}" dt="2026-04-22T03:58:39.088" v="2"/>
        <pc:sldMkLst>
          <pc:docMk/>
          <pc:sldMk cId="0" sldId="260"/>
        </pc:sldMkLst>
        <pc:spChg chg="mod">
          <ac:chgData name="John Daniel Spies Baah" userId="77717706-d745-4b4f-9643-78ccedea9807" providerId="ADAL" clId="{93F0A7FD-11EA-4202-A21E-44C10A77E988}" dt="2026-04-22T03:58:39.088" v="2"/>
          <ac:spMkLst>
            <pc:docMk/>
            <pc:sldMk cId="0" sldId="260"/>
            <ac:spMk id="3" creationId="{00000000-0000-0000-0000-000000000000}"/>
          </ac:spMkLst>
        </pc:spChg>
        <pc:spChg chg="mod">
          <ac:chgData name="John Daniel Spies Baah" userId="77717706-d745-4b4f-9643-78ccedea9807" providerId="ADAL" clId="{93F0A7FD-11EA-4202-A21E-44C10A77E988}" dt="2026-04-22T03:58:39.088" v="2"/>
          <ac:spMkLst>
            <pc:docMk/>
            <pc:sldMk cId="0" sldId="260"/>
            <ac:spMk id="6" creationId="{00000000-0000-0000-0000-000000000000}"/>
          </ac:spMkLst>
        </pc:spChg>
        <pc:spChg chg="mod">
          <ac:chgData name="John Daniel Spies Baah" userId="77717706-d745-4b4f-9643-78ccedea9807" providerId="ADAL" clId="{93F0A7FD-11EA-4202-A21E-44C10A77E988}" dt="2026-04-22T03:58:39.088" v="2"/>
          <ac:spMkLst>
            <pc:docMk/>
            <pc:sldMk cId="0" sldId="260"/>
            <ac:spMk id="8" creationId="{00000000-0000-0000-0000-000000000000}"/>
          </ac:spMkLst>
        </pc:spChg>
        <pc:spChg chg="mod">
          <ac:chgData name="John Daniel Spies Baah" userId="77717706-d745-4b4f-9643-78ccedea9807" providerId="ADAL" clId="{93F0A7FD-11EA-4202-A21E-44C10A77E988}" dt="2026-04-22T03:58:39.088" v="2"/>
          <ac:spMkLst>
            <pc:docMk/>
            <pc:sldMk cId="0" sldId="260"/>
            <ac:spMk id="12" creationId="{00000000-0000-0000-0000-000000000000}"/>
          </ac:spMkLst>
        </pc:spChg>
        <pc:spChg chg="mod">
          <ac:chgData name="John Daniel Spies Baah" userId="77717706-d745-4b4f-9643-78ccedea9807" providerId="ADAL" clId="{93F0A7FD-11EA-4202-A21E-44C10A77E988}" dt="2026-04-22T03:58:39.088" v="2"/>
          <ac:spMkLst>
            <pc:docMk/>
            <pc:sldMk cId="0" sldId="260"/>
            <ac:spMk id="16" creationId="{00000000-0000-0000-0000-000000000000}"/>
          </ac:spMkLst>
        </pc:spChg>
        <pc:spChg chg="mod">
          <ac:chgData name="John Daniel Spies Baah" userId="77717706-d745-4b4f-9643-78ccedea9807" providerId="ADAL" clId="{93F0A7FD-11EA-4202-A21E-44C10A77E988}" dt="2026-04-22T03:58:39.088" v="2"/>
          <ac:spMkLst>
            <pc:docMk/>
            <pc:sldMk cId="0" sldId="260"/>
            <ac:spMk id="18" creationId="{00000000-0000-0000-0000-000000000000}"/>
          </ac:spMkLst>
        </pc:spChg>
        <pc:spChg chg="mod">
          <ac:chgData name="John Daniel Spies Baah" userId="77717706-d745-4b4f-9643-78ccedea9807" providerId="ADAL" clId="{93F0A7FD-11EA-4202-A21E-44C10A77E988}" dt="2026-04-22T03:58:39.088" v="2"/>
          <ac:spMkLst>
            <pc:docMk/>
            <pc:sldMk cId="0" sldId="260"/>
            <ac:spMk id="20" creationId="{00000000-0000-0000-0000-000000000000}"/>
          </ac:spMkLst>
        </pc:spChg>
        <pc:spChg chg="mod">
          <ac:chgData name="John Daniel Spies Baah" userId="77717706-d745-4b4f-9643-78ccedea9807" providerId="ADAL" clId="{93F0A7FD-11EA-4202-A21E-44C10A77E988}" dt="2026-04-22T03:58:39.088" v="2"/>
          <ac:spMkLst>
            <pc:docMk/>
            <pc:sldMk cId="0" sldId="260"/>
            <ac:spMk id="21" creationId="{00000000-0000-0000-0000-000000000000}"/>
          </ac:spMkLst>
        </pc:spChg>
        <pc:spChg chg="mod">
          <ac:chgData name="John Daniel Spies Baah" userId="77717706-d745-4b4f-9643-78ccedea9807" providerId="ADAL" clId="{93F0A7FD-11EA-4202-A21E-44C10A77E988}" dt="2026-04-22T03:58:39.088" v="2"/>
          <ac:spMkLst>
            <pc:docMk/>
            <pc:sldMk cId="0" sldId="260"/>
            <ac:spMk id="23" creationId="{00000000-0000-0000-0000-000000000000}"/>
          </ac:spMkLst>
        </pc:spChg>
        <pc:spChg chg="mod">
          <ac:chgData name="John Daniel Spies Baah" userId="77717706-d745-4b4f-9643-78ccedea9807" providerId="ADAL" clId="{93F0A7FD-11EA-4202-A21E-44C10A77E988}" dt="2026-04-22T03:58:39.088" v="2"/>
          <ac:spMkLst>
            <pc:docMk/>
            <pc:sldMk cId="0" sldId="260"/>
            <ac:spMk id="26" creationId="{00000000-0000-0000-0000-000000000000}"/>
          </ac:spMkLst>
        </pc:spChg>
      </pc:sldChg>
      <pc:sldChg chg="addSp modSp new mod">
        <pc:chgData name="John Daniel Spies Baah" userId="77717706-d745-4b4f-9643-78ccedea9807" providerId="ADAL" clId="{93F0A7FD-11EA-4202-A21E-44C10A77E988}" dt="2026-04-22T04:11:44.849" v="310" actId="1076"/>
        <pc:sldMkLst>
          <pc:docMk/>
          <pc:sldMk cId="2826498839" sldId="261"/>
        </pc:sldMkLst>
        <pc:spChg chg="add mod">
          <ac:chgData name="John Daniel Spies Baah" userId="77717706-d745-4b4f-9643-78ccedea9807" providerId="ADAL" clId="{93F0A7FD-11EA-4202-A21E-44C10A77E988}" dt="2026-04-22T04:00:00.909" v="44" actId="207"/>
          <ac:spMkLst>
            <pc:docMk/>
            <pc:sldMk cId="2826498839" sldId="261"/>
            <ac:spMk id="2" creationId="{F148F504-EA10-D0D8-AFDE-01C3C418F41F}"/>
          </ac:spMkLst>
        </pc:spChg>
        <pc:spChg chg="add mod">
          <ac:chgData name="John Daniel Spies Baah" userId="77717706-d745-4b4f-9643-78ccedea9807" providerId="ADAL" clId="{93F0A7FD-11EA-4202-A21E-44C10A77E988}" dt="2026-04-22T04:00:40.395" v="66" actId="1076"/>
          <ac:spMkLst>
            <pc:docMk/>
            <pc:sldMk cId="2826498839" sldId="261"/>
            <ac:spMk id="3" creationId="{634CD7A3-076C-9CAE-36F0-CD5263FAC835}"/>
          </ac:spMkLst>
        </pc:spChg>
        <pc:spChg chg="add mod">
          <ac:chgData name="John Daniel Spies Baah" userId="77717706-d745-4b4f-9643-78ccedea9807" providerId="ADAL" clId="{93F0A7FD-11EA-4202-A21E-44C10A77E988}" dt="2026-04-22T04:11:19.053" v="304" actId="1076"/>
          <ac:spMkLst>
            <pc:docMk/>
            <pc:sldMk cId="2826498839" sldId="261"/>
            <ac:spMk id="4" creationId="{7225CAFF-FB3C-34DA-6C11-9487833AF4EC}"/>
          </ac:spMkLst>
        </pc:spChg>
        <pc:picChg chg="add mod">
          <ac:chgData name="John Daniel Spies Baah" userId="77717706-d745-4b4f-9643-78ccedea9807" providerId="ADAL" clId="{93F0A7FD-11EA-4202-A21E-44C10A77E988}" dt="2026-04-22T04:11:44.849" v="310" actId="1076"/>
          <ac:picMkLst>
            <pc:docMk/>
            <pc:sldMk cId="2826498839" sldId="261"/>
            <ac:picMk id="5" creationId="{31D387E9-167E-152A-A335-8F4217B22E08}"/>
          </ac:picMkLst>
        </pc:picChg>
        <pc:picChg chg="add mod">
          <ac:chgData name="John Daniel Spies Baah" userId="77717706-d745-4b4f-9643-78ccedea9807" providerId="ADAL" clId="{93F0A7FD-11EA-4202-A21E-44C10A77E988}" dt="2026-04-22T04:11:34.427" v="307" actId="1076"/>
          <ac:picMkLst>
            <pc:docMk/>
            <pc:sldMk cId="2826498839" sldId="261"/>
            <ac:picMk id="1026" creationId="{B96AE075-E3EC-3F65-0D95-1BDF3C4D0A17}"/>
          </ac:picMkLst>
        </pc:picChg>
      </pc:sldChg>
      <pc:sldChg chg="addSp delSp modSp add mod setBg">
        <pc:chgData name="John Daniel Spies Baah" userId="77717706-d745-4b4f-9643-78ccedea9807" providerId="ADAL" clId="{93F0A7FD-11EA-4202-A21E-44C10A77E988}" dt="2026-04-22T04:43:11.536" v="1048" actId="20577"/>
        <pc:sldMkLst>
          <pc:docMk/>
          <pc:sldMk cId="4069229253" sldId="262"/>
        </pc:sldMkLst>
        <pc:spChg chg="mod">
          <ac:chgData name="John Daniel Spies Baah" userId="77717706-d745-4b4f-9643-78ccedea9807" providerId="ADAL" clId="{93F0A7FD-11EA-4202-A21E-44C10A77E988}" dt="2026-04-22T04:05:18.541" v="142" actId="20577"/>
          <ac:spMkLst>
            <pc:docMk/>
            <pc:sldMk cId="4069229253" sldId="262"/>
            <ac:spMk id="3" creationId="{404E8D38-6D5E-3923-D64F-131036B7CA3B}"/>
          </ac:spMkLst>
        </pc:spChg>
        <pc:spChg chg="mod">
          <ac:chgData name="John Daniel Spies Baah" userId="77717706-d745-4b4f-9643-78ccedea9807" providerId="ADAL" clId="{93F0A7FD-11EA-4202-A21E-44C10A77E988}" dt="2026-04-22T04:40:32.598" v="440" actId="20577"/>
          <ac:spMkLst>
            <pc:docMk/>
            <pc:sldMk cId="4069229253" sldId="262"/>
            <ac:spMk id="8" creationId="{574FF63B-9D23-B551-97F3-529EE935F1E6}"/>
          </ac:spMkLst>
        </pc:spChg>
        <pc:spChg chg="mod">
          <ac:chgData name="John Daniel Spies Baah" userId="77717706-d745-4b4f-9643-78ccedea9807" providerId="ADAL" clId="{93F0A7FD-11EA-4202-A21E-44C10A77E988}" dt="2026-04-22T04:41:00.617" v="546" actId="20577"/>
          <ac:spMkLst>
            <pc:docMk/>
            <pc:sldMk cId="4069229253" sldId="262"/>
            <ac:spMk id="9" creationId="{F7BC2983-9479-981E-B5ED-29780DAF2FC4}"/>
          </ac:spMkLst>
        </pc:spChg>
        <pc:spChg chg="mod">
          <ac:chgData name="John Daniel Spies Baah" userId="77717706-d745-4b4f-9643-78ccedea9807" providerId="ADAL" clId="{93F0A7FD-11EA-4202-A21E-44C10A77E988}" dt="2026-04-22T04:41:23.487" v="603" actId="1076"/>
          <ac:spMkLst>
            <pc:docMk/>
            <pc:sldMk cId="4069229253" sldId="262"/>
            <ac:spMk id="10" creationId="{AC4C4B1A-1634-225D-8B1E-F9125CA57344}"/>
          </ac:spMkLst>
        </pc:spChg>
        <pc:spChg chg="mod">
          <ac:chgData name="John Daniel Spies Baah" userId="77717706-d745-4b4f-9643-78ccedea9807" providerId="ADAL" clId="{93F0A7FD-11EA-4202-A21E-44C10A77E988}" dt="2026-04-22T04:41:20.668" v="601" actId="20577"/>
          <ac:spMkLst>
            <pc:docMk/>
            <pc:sldMk cId="4069229253" sldId="262"/>
            <ac:spMk id="14" creationId="{06B2D2E7-D120-34D9-6D8A-8C7B058C6B62}"/>
          </ac:spMkLst>
        </pc:spChg>
        <pc:spChg chg="mod">
          <ac:chgData name="John Daniel Spies Baah" userId="77717706-d745-4b4f-9643-78ccedea9807" providerId="ADAL" clId="{93F0A7FD-11EA-4202-A21E-44C10A77E988}" dt="2026-04-22T04:42:04.662" v="828" actId="20577"/>
          <ac:spMkLst>
            <pc:docMk/>
            <pc:sldMk cId="4069229253" sldId="262"/>
            <ac:spMk id="15" creationId="{52DFA22D-5A0D-CE98-C271-FF673E35902B}"/>
          </ac:spMkLst>
        </pc:spChg>
        <pc:spChg chg="mod">
          <ac:chgData name="John Daniel Spies Baah" userId="77717706-d745-4b4f-9643-78ccedea9807" providerId="ADAL" clId="{93F0A7FD-11EA-4202-A21E-44C10A77E988}" dt="2026-04-22T04:42:20.891" v="871" actId="20577"/>
          <ac:spMkLst>
            <pc:docMk/>
            <pc:sldMk cId="4069229253" sldId="262"/>
            <ac:spMk id="21" creationId="{4294E7E8-FBC2-9511-24EF-49B8D4C6E69B}"/>
          </ac:spMkLst>
        </pc:spChg>
        <pc:spChg chg="mod">
          <ac:chgData name="John Daniel Spies Baah" userId="77717706-d745-4b4f-9643-78ccedea9807" providerId="ADAL" clId="{93F0A7FD-11EA-4202-A21E-44C10A77E988}" dt="2026-04-22T04:42:37.328" v="915" actId="20577"/>
          <ac:spMkLst>
            <pc:docMk/>
            <pc:sldMk cId="4069229253" sldId="262"/>
            <ac:spMk id="26" creationId="{F05F5D6D-4561-5FB5-84AA-07D1813E03C4}"/>
          </ac:spMkLst>
        </pc:spChg>
        <pc:spChg chg="mod">
          <ac:chgData name="John Daniel Spies Baah" userId="77717706-d745-4b4f-9643-78ccedea9807" providerId="ADAL" clId="{93F0A7FD-11EA-4202-A21E-44C10A77E988}" dt="2026-04-22T04:43:11.536" v="1048" actId="20577"/>
          <ac:spMkLst>
            <pc:docMk/>
            <pc:sldMk cId="4069229253" sldId="262"/>
            <ac:spMk id="27" creationId="{91914989-1D3E-CB80-F791-2A17934EDCB8}"/>
          </ac:spMkLst>
        </pc:spChg>
        <pc:spChg chg="mod">
          <ac:chgData name="John Daniel Spies Baah" userId="77717706-d745-4b4f-9643-78ccedea9807" providerId="ADAL" clId="{93F0A7FD-11EA-4202-A21E-44C10A77E988}" dt="2026-04-22T04:08:01.593" v="164" actId="1076"/>
          <ac:spMkLst>
            <pc:docMk/>
            <pc:sldMk cId="4069229253" sldId="262"/>
            <ac:spMk id="28" creationId="{13A4E98E-114C-3F0C-DE75-330D92A533A4}"/>
          </ac:spMkLst>
        </pc:spChg>
        <pc:spChg chg="mod">
          <ac:chgData name="John Daniel Spies Baah" userId="77717706-d745-4b4f-9643-78ccedea9807" providerId="ADAL" clId="{93F0A7FD-11EA-4202-A21E-44C10A77E988}" dt="2026-04-22T04:08:07.547" v="170" actId="20577"/>
          <ac:spMkLst>
            <pc:docMk/>
            <pc:sldMk cId="4069229253" sldId="262"/>
            <ac:spMk id="30" creationId="{3DAB94F1-51BB-AC81-FC67-E8836ACF1CF2}"/>
          </ac:spMkLst>
        </pc:spChg>
        <pc:picChg chg="add del mod">
          <ac:chgData name="John Daniel Spies Baah" userId="77717706-d745-4b4f-9643-78ccedea9807" providerId="ADAL" clId="{93F0A7FD-11EA-4202-A21E-44C10A77E988}" dt="2026-04-22T04:07:19.335" v="155" actId="478"/>
          <ac:picMkLst>
            <pc:docMk/>
            <pc:sldMk cId="4069229253" sldId="262"/>
            <ac:picMk id="29" creationId="{5FE5F9BA-9F38-7DAA-8AB4-2C93EA2453BB}"/>
          </ac:picMkLst>
        </pc:picChg>
        <pc:picChg chg="add">
          <ac:chgData name="John Daniel Spies Baah" userId="77717706-d745-4b4f-9643-78ccedea9807" providerId="ADAL" clId="{93F0A7FD-11EA-4202-A21E-44C10A77E988}" dt="2026-04-22T04:05:41.803" v="144"/>
          <ac:picMkLst>
            <pc:docMk/>
            <pc:sldMk cId="4069229253" sldId="262"/>
            <ac:picMk id="2050" creationId="{770D5240-CA82-0D56-D4EB-6224441F778E}"/>
          </ac:picMkLst>
        </pc:picChg>
        <pc:picChg chg="add">
          <ac:chgData name="John Daniel Spies Baah" userId="77717706-d745-4b4f-9643-78ccedea9807" providerId="ADAL" clId="{93F0A7FD-11EA-4202-A21E-44C10A77E988}" dt="2026-04-22T04:05:45.759" v="146"/>
          <ac:picMkLst>
            <pc:docMk/>
            <pc:sldMk cId="4069229253" sldId="262"/>
            <ac:picMk id="2052" creationId="{1D7C7B7C-A660-98F8-4614-930DA802B26E}"/>
          </ac:picMkLst>
        </pc:picChg>
        <pc:picChg chg="add del mod">
          <ac:chgData name="John Daniel Spies Baah" userId="77717706-d745-4b4f-9643-78ccedea9807" providerId="ADAL" clId="{93F0A7FD-11EA-4202-A21E-44C10A77E988}" dt="2026-04-22T04:07:13.693" v="153" actId="14100"/>
          <ac:picMkLst>
            <pc:docMk/>
            <pc:sldMk cId="4069229253" sldId="262"/>
            <ac:picMk id="2054" creationId="{BFE38D30-6B81-9495-0223-44103210E901}"/>
          </ac:picMkLst>
        </pc:picChg>
        <pc:picChg chg="add mod">
          <ac:chgData name="John Daniel Spies Baah" userId="77717706-d745-4b4f-9643-78ccedea9807" providerId="ADAL" clId="{93F0A7FD-11EA-4202-A21E-44C10A77E988}" dt="2026-04-22T04:07:28.007" v="158" actId="14100"/>
          <ac:picMkLst>
            <pc:docMk/>
            <pc:sldMk cId="4069229253" sldId="262"/>
            <ac:picMk id="2056" creationId="{B515A307-5687-77B9-231A-E2BEB6E08470}"/>
          </ac:picMkLst>
        </pc:picChg>
      </pc:sldChg>
      <pc:sldChg chg="addSp delSp modSp add mod setBg">
        <pc:chgData name="John Daniel Spies Baah" userId="77717706-d745-4b4f-9643-78ccedea9807" providerId="ADAL" clId="{93F0A7FD-11EA-4202-A21E-44C10A77E988}" dt="2026-04-22T04:47:51.169" v="1539" actId="20577"/>
        <pc:sldMkLst>
          <pc:docMk/>
          <pc:sldMk cId="1507814333" sldId="263"/>
        </pc:sldMkLst>
        <pc:spChg chg="mod">
          <ac:chgData name="John Daniel Spies Baah" userId="77717706-d745-4b4f-9643-78ccedea9807" providerId="ADAL" clId="{93F0A7FD-11EA-4202-A21E-44C10A77E988}" dt="2026-04-22T04:08:58.850" v="176" actId="1076"/>
          <ac:spMkLst>
            <pc:docMk/>
            <pc:sldMk cId="1507814333" sldId="263"/>
            <ac:spMk id="4" creationId="{96825B72-3B45-A4B6-5526-F66C24ADBC29}"/>
          </ac:spMkLst>
        </pc:spChg>
        <pc:spChg chg="mod">
          <ac:chgData name="John Daniel Spies Baah" userId="77717706-d745-4b4f-9643-78ccedea9807" providerId="ADAL" clId="{93F0A7FD-11EA-4202-A21E-44C10A77E988}" dt="2026-04-22T04:44:08.068" v="1075" actId="20577"/>
          <ac:spMkLst>
            <pc:docMk/>
            <pc:sldMk cId="1507814333" sldId="263"/>
            <ac:spMk id="6" creationId="{9AC9FE54-1CE5-A58C-D170-3F0ABE8DF8E0}"/>
          </ac:spMkLst>
        </pc:spChg>
        <pc:spChg chg="mod">
          <ac:chgData name="John Daniel Spies Baah" userId="77717706-d745-4b4f-9643-78ccedea9807" providerId="ADAL" clId="{93F0A7FD-11EA-4202-A21E-44C10A77E988}" dt="2026-04-22T04:44:54.097" v="1120" actId="20577"/>
          <ac:spMkLst>
            <pc:docMk/>
            <pc:sldMk cId="1507814333" sldId="263"/>
            <ac:spMk id="7" creationId="{CF783331-2B93-98FD-509E-6BE6040BC62B}"/>
          </ac:spMkLst>
        </pc:spChg>
        <pc:spChg chg="mod">
          <ac:chgData name="John Daniel Spies Baah" userId="77717706-d745-4b4f-9643-78ccedea9807" providerId="ADAL" clId="{93F0A7FD-11EA-4202-A21E-44C10A77E988}" dt="2026-04-22T04:44:47.056" v="1098" actId="20577"/>
          <ac:spMkLst>
            <pc:docMk/>
            <pc:sldMk cId="1507814333" sldId="263"/>
            <ac:spMk id="10" creationId="{8ED6C68B-E98E-E0CC-6E5F-85B8E1856840}"/>
          </ac:spMkLst>
        </pc:spChg>
        <pc:spChg chg="mod">
          <ac:chgData name="John Daniel Spies Baah" userId="77717706-d745-4b4f-9643-78ccedea9807" providerId="ADAL" clId="{93F0A7FD-11EA-4202-A21E-44C10A77E988}" dt="2026-04-22T04:45:26.611" v="1169" actId="20577"/>
          <ac:spMkLst>
            <pc:docMk/>
            <pc:sldMk cId="1507814333" sldId="263"/>
            <ac:spMk id="12" creationId="{737C86E6-E378-178F-17A5-2A13BA8659B0}"/>
          </ac:spMkLst>
        </pc:spChg>
        <pc:spChg chg="mod">
          <ac:chgData name="John Daniel Spies Baah" userId="77717706-d745-4b4f-9643-78ccedea9807" providerId="ADAL" clId="{93F0A7FD-11EA-4202-A21E-44C10A77E988}" dt="2026-04-22T04:45:48.780" v="1210" actId="20577"/>
          <ac:spMkLst>
            <pc:docMk/>
            <pc:sldMk cId="1507814333" sldId="263"/>
            <ac:spMk id="13" creationId="{18FC5451-3484-0582-913E-3F92632D374C}"/>
          </ac:spMkLst>
        </pc:spChg>
        <pc:spChg chg="mod">
          <ac:chgData name="John Daniel Spies Baah" userId="77717706-d745-4b4f-9643-78ccedea9807" providerId="ADAL" clId="{93F0A7FD-11EA-4202-A21E-44C10A77E988}" dt="2026-04-22T04:45:40.114" v="1198" actId="20577"/>
          <ac:spMkLst>
            <pc:docMk/>
            <pc:sldMk cId="1507814333" sldId="263"/>
            <ac:spMk id="15" creationId="{7CDC7DEF-25CD-88FE-B8D6-011E4507226E}"/>
          </ac:spMkLst>
        </pc:spChg>
        <pc:spChg chg="mod">
          <ac:chgData name="John Daniel Spies Baah" userId="77717706-d745-4b4f-9643-78ccedea9807" providerId="ADAL" clId="{93F0A7FD-11EA-4202-A21E-44C10A77E988}" dt="2026-04-22T04:45:58.161" v="1232" actId="20577"/>
          <ac:spMkLst>
            <pc:docMk/>
            <pc:sldMk cId="1507814333" sldId="263"/>
            <ac:spMk id="16" creationId="{FA20A9FE-F742-5466-CA5D-B8BF4A346238}"/>
          </ac:spMkLst>
        </pc:spChg>
        <pc:spChg chg="mod">
          <ac:chgData name="John Daniel Spies Baah" userId="77717706-d745-4b4f-9643-78ccedea9807" providerId="ADAL" clId="{93F0A7FD-11EA-4202-A21E-44C10A77E988}" dt="2026-04-22T04:46:21.707" v="1280" actId="20577"/>
          <ac:spMkLst>
            <pc:docMk/>
            <pc:sldMk cId="1507814333" sldId="263"/>
            <ac:spMk id="18" creationId="{E5CEFCFE-7481-0FCC-EF5F-15E1995EE796}"/>
          </ac:spMkLst>
        </pc:spChg>
        <pc:spChg chg="mod">
          <ac:chgData name="John Daniel Spies Baah" userId="77717706-d745-4b4f-9643-78ccedea9807" providerId="ADAL" clId="{93F0A7FD-11EA-4202-A21E-44C10A77E988}" dt="2026-04-22T04:46:36.696" v="1324" actId="20577"/>
          <ac:spMkLst>
            <pc:docMk/>
            <pc:sldMk cId="1507814333" sldId="263"/>
            <ac:spMk id="19" creationId="{50BCFEF4-91B0-12CC-690B-B0232813A87D}"/>
          </ac:spMkLst>
        </pc:spChg>
        <pc:spChg chg="mod">
          <ac:chgData name="John Daniel Spies Baah" userId="77717706-d745-4b4f-9643-78ccedea9807" providerId="ADAL" clId="{93F0A7FD-11EA-4202-A21E-44C10A77E988}" dt="2026-04-22T04:47:30.480" v="1482" actId="20577"/>
          <ac:spMkLst>
            <pc:docMk/>
            <pc:sldMk cId="1507814333" sldId="263"/>
            <ac:spMk id="21" creationId="{12CEEC2C-B16B-BE0E-4246-A5D8CA90AF09}"/>
          </ac:spMkLst>
        </pc:spChg>
        <pc:spChg chg="mod">
          <ac:chgData name="John Daniel Spies Baah" userId="77717706-d745-4b4f-9643-78ccedea9807" providerId="ADAL" clId="{93F0A7FD-11EA-4202-A21E-44C10A77E988}" dt="2026-04-22T04:47:08.336" v="1419" actId="20577"/>
          <ac:spMkLst>
            <pc:docMk/>
            <pc:sldMk cId="1507814333" sldId="263"/>
            <ac:spMk id="22" creationId="{A3627D4E-9BB2-D2AB-4493-7954E78E664F}"/>
          </ac:spMkLst>
        </pc:spChg>
        <pc:spChg chg="mod">
          <ac:chgData name="John Daniel Spies Baah" userId="77717706-d745-4b4f-9643-78ccedea9807" providerId="ADAL" clId="{93F0A7FD-11EA-4202-A21E-44C10A77E988}" dt="2026-04-22T04:47:43.646" v="1503" actId="20577"/>
          <ac:spMkLst>
            <pc:docMk/>
            <pc:sldMk cId="1507814333" sldId="263"/>
            <ac:spMk id="24" creationId="{8643E07A-DF03-32D3-0607-EC26F8F0A947}"/>
          </ac:spMkLst>
        </pc:spChg>
        <pc:spChg chg="mod">
          <ac:chgData name="John Daniel Spies Baah" userId="77717706-d745-4b4f-9643-78ccedea9807" providerId="ADAL" clId="{93F0A7FD-11EA-4202-A21E-44C10A77E988}" dt="2026-04-22T04:47:51.169" v="1539" actId="20577"/>
          <ac:spMkLst>
            <pc:docMk/>
            <pc:sldMk cId="1507814333" sldId="263"/>
            <ac:spMk id="25" creationId="{4E138167-7224-A147-ED1A-3AB994B72761}"/>
          </ac:spMkLst>
        </pc:spChg>
        <pc:picChg chg="add del">
          <ac:chgData name="John Daniel Spies Baah" userId="77717706-d745-4b4f-9643-78ccedea9807" providerId="ADAL" clId="{93F0A7FD-11EA-4202-A21E-44C10A77E988}" dt="2026-04-22T04:07:52.468" v="162" actId="478"/>
          <ac:picMkLst>
            <pc:docMk/>
            <pc:sldMk cId="1507814333" sldId="263"/>
            <ac:picMk id="5" creationId="{44A50DFF-9CAB-AEFF-6022-51E07829D1CA}"/>
          </ac:picMkLst>
        </pc:picChg>
        <pc:picChg chg="add mod">
          <ac:chgData name="John Daniel Spies Baah" userId="77717706-d745-4b4f-9643-78ccedea9807" providerId="ADAL" clId="{93F0A7FD-11EA-4202-A21E-44C10A77E988}" dt="2026-04-22T04:09:34.783" v="287" actId="1076"/>
          <ac:picMkLst>
            <pc:docMk/>
            <pc:sldMk cId="1507814333" sldId="263"/>
            <ac:picMk id="26" creationId="{C0FC446E-1459-B08A-0132-687EA3CFB8B2}"/>
          </ac:picMkLst>
        </pc:picChg>
      </pc:sldChg>
      <pc:sldChg chg="add del setBg">
        <pc:chgData name="John Daniel Spies Baah" userId="77717706-d745-4b4f-9643-78ccedea9807" providerId="ADAL" clId="{93F0A7FD-11EA-4202-A21E-44C10A77E988}" dt="2026-04-22T04:08:41.356" v="172"/>
        <pc:sldMkLst>
          <pc:docMk/>
          <pc:sldMk cId="2854095923" sldId="264"/>
        </pc:sldMkLst>
      </pc:sldChg>
      <pc:sldChg chg="add del setBg">
        <pc:chgData name="John Daniel Spies Baah" userId="77717706-d745-4b4f-9643-78ccedea9807" providerId="ADAL" clId="{93F0A7FD-11EA-4202-A21E-44C10A77E988}" dt="2026-04-22T04:10:15.058" v="289"/>
        <pc:sldMkLst>
          <pc:docMk/>
          <pc:sldMk cId="3473409701" sldId="264"/>
        </pc:sldMkLst>
      </pc:sldChg>
      <pc:sldChg chg="modSp add mod setBg">
        <pc:chgData name="John Daniel Spies Baah" userId="77717706-d745-4b4f-9643-78ccedea9807" providerId="ADAL" clId="{93F0A7FD-11EA-4202-A21E-44C10A77E988}" dt="2026-04-22T04:57:21.011" v="3358" actId="20577"/>
        <pc:sldMkLst>
          <pc:docMk/>
          <pc:sldMk cId="3530538415" sldId="264"/>
        </pc:sldMkLst>
        <pc:spChg chg="mod">
          <ac:chgData name="John Daniel Spies Baah" userId="77717706-d745-4b4f-9643-78ccedea9807" providerId="ADAL" clId="{93F0A7FD-11EA-4202-A21E-44C10A77E988}" dt="2026-04-22T04:54:28.259" v="2758" actId="20577"/>
          <ac:spMkLst>
            <pc:docMk/>
            <pc:sldMk cId="3530538415" sldId="264"/>
            <ac:spMk id="3" creationId="{D25734F2-8F98-043C-415F-2F70FF4AE512}"/>
          </ac:spMkLst>
        </pc:spChg>
        <pc:spChg chg="mod">
          <ac:chgData name="John Daniel Spies Baah" userId="77717706-d745-4b4f-9643-78ccedea9807" providerId="ADAL" clId="{93F0A7FD-11EA-4202-A21E-44C10A77E988}" dt="2026-04-22T04:55:09.778" v="2894" actId="20577"/>
          <ac:spMkLst>
            <pc:docMk/>
            <pc:sldMk cId="3530538415" sldId="264"/>
            <ac:spMk id="7" creationId="{627635F8-86FF-3B39-D35E-54516BC2C597}"/>
          </ac:spMkLst>
        </pc:spChg>
        <pc:spChg chg="mod">
          <ac:chgData name="John Daniel Spies Baah" userId="77717706-d745-4b4f-9643-78ccedea9807" providerId="ADAL" clId="{93F0A7FD-11EA-4202-A21E-44C10A77E988}" dt="2026-04-22T04:55:48.195" v="3051" actId="20577"/>
          <ac:spMkLst>
            <pc:docMk/>
            <pc:sldMk cId="3530538415" sldId="264"/>
            <ac:spMk id="11" creationId="{171D283C-4470-A72C-EC6B-85E07628700E}"/>
          </ac:spMkLst>
        </pc:spChg>
        <pc:spChg chg="mod">
          <ac:chgData name="John Daniel Spies Baah" userId="77717706-d745-4b4f-9643-78ccedea9807" providerId="ADAL" clId="{93F0A7FD-11EA-4202-A21E-44C10A77E988}" dt="2026-04-22T04:55:59.062" v="3077" actId="20577"/>
          <ac:spMkLst>
            <pc:docMk/>
            <pc:sldMk cId="3530538415" sldId="264"/>
            <ac:spMk id="16" creationId="{9866C851-8693-2BC4-563C-FBC7DFE62195}"/>
          </ac:spMkLst>
        </pc:spChg>
        <pc:spChg chg="mod">
          <ac:chgData name="John Daniel Spies Baah" userId="77717706-d745-4b4f-9643-78ccedea9807" providerId="ADAL" clId="{93F0A7FD-11EA-4202-A21E-44C10A77E988}" dt="2026-04-22T04:56:33.444" v="3201" actId="5793"/>
          <ac:spMkLst>
            <pc:docMk/>
            <pc:sldMk cId="3530538415" sldId="264"/>
            <ac:spMk id="21" creationId="{89A20232-1E27-4CE4-8BE9-8E7285FD7FB7}"/>
          </ac:spMkLst>
        </pc:spChg>
        <pc:spChg chg="mod">
          <ac:chgData name="John Daniel Spies Baah" userId="77717706-d745-4b4f-9643-78ccedea9807" providerId="ADAL" clId="{93F0A7FD-11EA-4202-A21E-44C10A77E988}" dt="2026-04-22T04:57:21.011" v="3358" actId="20577"/>
          <ac:spMkLst>
            <pc:docMk/>
            <pc:sldMk cId="3530538415" sldId="264"/>
            <ac:spMk id="26" creationId="{EA449D48-3E2B-9D10-93DB-10E256242160}"/>
          </ac:spMkLst>
        </pc:spChg>
      </pc:sldChg>
      <pc:sldChg chg="addSp delSp modSp add del mod">
        <pc:chgData name="John Daniel Spies Baah" userId="77717706-d745-4b4f-9643-78ccedea9807" providerId="ADAL" clId="{93F0A7FD-11EA-4202-A21E-44C10A77E988}" dt="2026-04-22T04:43:37.375" v="1049" actId="47"/>
        <pc:sldMkLst>
          <pc:docMk/>
          <pc:sldMk cId="62265086" sldId="265"/>
        </pc:sldMkLst>
        <pc:spChg chg="mod">
          <ac:chgData name="John Daniel Spies Baah" userId="77717706-d745-4b4f-9643-78ccedea9807" providerId="ADAL" clId="{93F0A7FD-11EA-4202-A21E-44C10A77E988}" dt="2026-04-22T04:13:47.072" v="371" actId="20577"/>
          <ac:spMkLst>
            <pc:docMk/>
            <pc:sldMk cId="62265086" sldId="265"/>
            <ac:spMk id="30" creationId="{6BF41BFF-DAC6-DABB-4D88-2A9A7C33A499}"/>
          </ac:spMkLst>
        </pc:spChg>
        <pc:picChg chg="add mod">
          <ac:chgData name="John Daniel Spies Baah" userId="77717706-d745-4b4f-9643-78ccedea9807" providerId="ADAL" clId="{93F0A7FD-11EA-4202-A21E-44C10A77E988}" dt="2026-04-22T04:13:07.057" v="315" actId="1076"/>
          <ac:picMkLst>
            <pc:docMk/>
            <pc:sldMk cId="62265086" sldId="265"/>
            <ac:picMk id="29" creationId="{784C067A-D16C-306D-AC4A-3B0A01571C47}"/>
          </ac:picMkLst>
        </pc:picChg>
        <pc:picChg chg="del">
          <ac:chgData name="John Daniel Spies Baah" userId="77717706-d745-4b4f-9643-78ccedea9807" providerId="ADAL" clId="{93F0A7FD-11EA-4202-A21E-44C10A77E988}" dt="2026-04-22T04:12:10.104" v="312" actId="478"/>
          <ac:picMkLst>
            <pc:docMk/>
            <pc:sldMk cId="62265086" sldId="265"/>
            <ac:picMk id="2056" creationId="{3F09B5D0-47FD-8402-3192-5FF2081AF275}"/>
          </ac:picMkLst>
        </pc:picChg>
      </pc:sldChg>
      <pc:sldChg chg="modSp add mod setBg">
        <pc:chgData name="John Daniel Spies Baah" userId="77717706-d745-4b4f-9643-78ccedea9807" providerId="ADAL" clId="{93F0A7FD-11EA-4202-A21E-44C10A77E988}" dt="2026-04-22T04:53:58.084" v="2732" actId="20577"/>
        <pc:sldMkLst>
          <pc:docMk/>
          <pc:sldMk cId="2596334738" sldId="266"/>
        </pc:sldMkLst>
        <pc:spChg chg="mod">
          <ac:chgData name="John Daniel Spies Baah" userId="77717706-d745-4b4f-9643-78ccedea9807" providerId="ADAL" clId="{93F0A7FD-11EA-4202-A21E-44C10A77E988}" dt="2026-04-22T04:14:44.623" v="405" actId="20577"/>
          <ac:spMkLst>
            <pc:docMk/>
            <pc:sldMk cId="2596334738" sldId="266"/>
            <ac:spMk id="3" creationId="{36CC1EB6-F4E5-4442-5509-A44126ADD135}"/>
          </ac:spMkLst>
        </pc:spChg>
        <pc:spChg chg="mod">
          <ac:chgData name="John Daniel Spies Baah" userId="77717706-d745-4b4f-9643-78ccedea9807" providerId="ADAL" clId="{93F0A7FD-11EA-4202-A21E-44C10A77E988}" dt="2026-04-22T04:48:43.992" v="1625" actId="20577"/>
          <ac:spMkLst>
            <pc:docMk/>
            <pc:sldMk cId="2596334738" sldId="266"/>
            <ac:spMk id="8" creationId="{03CA5EE1-957C-13E1-1FA5-D18235E1A5A3}"/>
          </ac:spMkLst>
        </pc:spChg>
        <pc:spChg chg="mod">
          <ac:chgData name="John Daniel Spies Baah" userId="77717706-d745-4b4f-9643-78ccedea9807" providerId="ADAL" clId="{93F0A7FD-11EA-4202-A21E-44C10A77E988}" dt="2026-04-22T04:49:27.025" v="1673" actId="20577"/>
          <ac:spMkLst>
            <pc:docMk/>
            <pc:sldMk cId="2596334738" sldId="266"/>
            <ac:spMk id="11" creationId="{EDF24781-9042-9F70-D5D7-FD426CEB88C8}"/>
          </ac:spMkLst>
        </pc:spChg>
        <pc:spChg chg="mod">
          <ac:chgData name="John Daniel Spies Baah" userId="77717706-d745-4b4f-9643-78ccedea9807" providerId="ADAL" clId="{93F0A7FD-11EA-4202-A21E-44C10A77E988}" dt="2026-04-22T04:49:52.794" v="1815" actId="20577"/>
          <ac:spMkLst>
            <pc:docMk/>
            <pc:sldMk cId="2596334738" sldId="266"/>
            <ac:spMk id="14" creationId="{81D0C5EB-0F2A-E37B-800D-4EFDADFE4368}"/>
          </ac:spMkLst>
        </pc:spChg>
        <pc:spChg chg="mod">
          <ac:chgData name="John Daniel Spies Baah" userId="77717706-d745-4b4f-9643-78ccedea9807" providerId="ADAL" clId="{93F0A7FD-11EA-4202-A21E-44C10A77E988}" dt="2026-04-22T04:51:48.769" v="2020" actId="20577"/>
          <ac:spMkLst>
            <pc:docMk/>
            <pc:sldMk cId="2596334738" sldId="266"/>
            <ac:spMk id="15" creationId="{162B7E9B-5ADC-FAEF-075D-D1E323FC450A}"/>
          </ac:spMkLst>
        </pc:spChg>
        <pc:spChg chg="mod">
          <ac:chgData name="John Daniel Spies Baah" userId="77717706-d745-4b4f-9643-78ccedea9807" providerId="ADAL" clId="{93F0A7FD-11EA-4202-A21E-44C10A77E988}" dt="2026-04-22T04:50:01.088" v="1911" actId="20577"/>
          <ac:spMkLst>
            <pc:docMk/>
            <pc:sldMk cId="2596334738" sldId="266"/>
            <ac:spMk id="17" creationId="{39298EE3-4731-3094-C963-80F37DA3B6D3}"/>
          </ac:spMkLst>
        </pc:spChg>
        <pc:spChg chg="mod">
          <ac:chgData name="John Daniel Spies Baah" userId="77717706-d745-4b4f-9643-78ccedea9807" providerId="ADAL" clId="{93F0A7FD-11EA-4202-A21E-44C10A77E988}" dt="2026-04-22T04:51:55.182" v="2022" actId="1076"/>
          <ac:spMkLst>
            <pc:docMk/>
            <pc:sldMk cId="2596334738" sldId="266"/>
            <ac:spMk id="20" creationId="{F3F68081-98EC-2F4D-62CD-6ED75367DB33}"/>
          </ac:spMkLst>
        </pc:spChg>
        <pc:spChg chg="mod">
          <ac:chgData name="John Daniel Spies Baah" userId="77717706-d745-4b4f-9643-78ccedea9807" providerId="ADAL" clId="{93F0A7FD-11EA-4202-A21E-44C10A77E988}" dt="2026-04-22T04:52:24.562" v="2225" actId="20577"/>
          <ac:spMkLst>
            <pc:docMk/>
            <pc:sldMk cId="2596334738" sldId="266"/>
            <ac:spMk id="22" creationId="{05441A37-0537-832C-F365-6F0048A2EBFB}"/>
          </ac:spMkLst>
        </pc:spChg>
        <pc:spChg chg="mod">
          <ac:chgData name="John Daniel Spies Baah" userId="77717706-d745-4b4f-9643-78ccedea9807" providerId="ADAL" clId="{93F0A7FD-11EA-4202-A21E-44C10A77E988}" dt="2026-04-22T04:52:47.472" v="2400" actId="20577"/>
          <ac:spMkLst>
            <pc:docMk/>
            <pc:sldMk cId="2596334738" sldId="266"/>
            <ac:spMk id="25" creationId="{AB184AFF-E79A-644B-5CC0-9B457D431196}"/>
          </ac:spMkLst>
        </pc:spChg>
        <pc:spChg chg="mod">
          <ac:chgData name="John Daniel Spies Baah" userId="77717706-d745-4b4f-9643-78ccedea9807" providerId="ADAL" clId="{93F0A7FD-11EA-4202-A21E-44C10A77E988}" dt="2026-04-22T04:53:10.978" v="2543" actId="20577"/>
          <ac:spMkLst>
            <pc:docMk/>
            <pc:sldMk cId="2596334738" sldId="266"/>
            <ac:spMk id="28" creationId="{560FB588-7A14-AABF-774E-E9B181BBBD7C}"/>
          </ac:spMkLst>
        </pc:spChg>
        <pc:spChg chg="mod">
          <ac:chgData name="John Daniel Spies Baah" userId="77717706-d745-4b4f-9643-78ccedea9807" providerId="ADAL" clId="{93F0A7FD-11EA-4202-A21E-44C10A77E988}" dt="2026-04-22T04:53:58.084" v="2732" actId="20577"/>
          <ac:spMkLst>
            <pc:docMk/>
            <pc:sldMk cId="2596334738" sldId="266"/>
            <ac:spMk id="31" creationId="{05F7DD6D-248B-0F54-6EC3-CF7F7309D455}"/>
          </ac:spMkLst>
        </pc:spChg>
        <pc:spChg chg="mod">
          <ac:chgData name="John Daniel Spies Baah" userId="77717706-d745-4b4f-9643-78ccedea9807" providerId="ADAL" clId="{93F0A7FD-11EA-4202-A21E-44C10A77E988}" dt="2026-04-22T04:53:53.201" v="2731" actId="20577"/>
          <ac:spMkLst>
            <pc:docMk/>
            <pc:sldMk cId="2596334738" sldId="266"/>
            <ac:spMk id="33" creationId="{65842D5D-3B71-76E4-B989-7C1EC41CFC5C}"/>
          </ac:spMkLst>
        </pc:spChg>
      </pc:sldChg>
      <pc:sldChg chg="modSp add del mod">
        <pc:chgData name="John Daniel Spies Baah" userId="77717706-d745-4b4f-9643-78ccedea9807" providerId="ADAL" clId="{93F0A7FD-11EA-4202-A21E-44C10A77E988}" dt="2026-04-22T04:51:08.004" v="1918" actId="2696"/>
        <pc:sldMkLst>
          <pc:docMk/>
          <pc:sldMk cId="9181971" sldId="267"/>
        </pc:sldMkLst>
        <pc:spChg chg="mod">
          <ac:chgData name="John Daniel Spies Baah" userId="77717706-d745-4b4f-9643-78ccedea9807" providerId="ADAL" clId="{93F0A7FD-11EA-4202-A21E-44C10A77E988}" dt="2026-04-22T04:14:34.246" v="393" actId="20577"/>
          <ac:spMkLst>
            <pc:docMk/>
            <pc:sldMk cId="9181971" sldId="267"/>
            <ac:spMk id="3" creationId="{AA292251-9B9F-FAFD-710E-E4F9E7899AA6}"/>
          </ac:spMkLst>
        </pc:spChg>
      </pc:sldChg>
      <pc:sldChg chg="new del">
        <pc:chgData name="John Daniel Spies Baah" userId="77717706-d745-4b4f-9643-78ccedea9807" providerId="ADAL" clId="{93F0A7FD-11EA-4202-A21E-44C10A77E988}" dt="2026-04-22T04:14:14.239" v="382" actId="680"/>
        <pc:sldMkLst>
          <pc:docMk/>
          <pc:sldMk cId="2861794929" sldId="267"/>
        </pc:sldMkLst>
      </pc:sldChg>
      <pc:sldMasterChg chg="modSp modSldLayout">
        <pc:chgData name="John Daniel Spies Baah" userId="77717706-d745-4b4f-9643-78ccedea9807" providerId="ADAL" clId="{93F0A7FD-11EA-4202-A21E-44C10A77E988}" dt="2026-04-22T03:58:39.088" v="2"/>
        <pc:sldMasterMkLst>
          <pc:docMk/>
          <pc:sldMasterMk cId="3377168366" sldId="2147483663"/>
        </pc:sldMasterMkLst>
        <pc:spChg chg="mod">
          <ac:chgData name="John Daniel Spies Baah" userId="77717706-d745-4b4f-9643-78ccedea9807" providerId="ADAL" clId="{93F0A7FD-11EA-4202-A21E-44C10A77E988}" dt="2026-04-22T03:58:39.088" v="2"/>
          <ac:spMkLst>
            <pc:docMk/>
            <pc:sldMasterMk cId="3377168366" sldId="2147483663"/>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ac:spMk id="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ac:spMk id="4"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ac:spMk id="5"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ac:spMk id="6"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ac:spMk id="8"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ac:spMk id="57" creationId="{00000000-0000-0000-0000-000000000000}"/>
          </ac:spMkLst>
        </pc:spChg>
        <pc:picChg chg="mod">
          <ac:chgData name="John Daniel Spies Baah" userId="77717706-d745-4b4f-9643-78ccedea9807" providerId="ADAL" clId="{93F0A7FD-11EA-4202-A21E-44C10A77E988}" dt="2026-04-22T03:58:39.088" v="2"/>
          <ac:picMkLst>
            <pc:docMk/>
            <pc:sldMasterMk cId="3377168366" sldId="2147483663"/>
            <ac:picMk id="15" creationId="{00000000-0000-0000-0000-000000000000}"/>
          </ac:picMkLst>
        </pc:picChg>
        <pc:picChg chg="mod">
          <ac:chgData name="John Daniel Spies Baah" userId="77717706-d745-4b4f-9643-78ccedea9807" providerId="ADAL" clId="{93F0A7FD-11EA-4202-A21E-44C10A77E988}" dt="2026-04-22T03:58:39.088" v="2"/>
          <ac:picMkLst>
            <pc:docMk/>
            <pc:sldMasterMk cId="3377168366" sldId="2147483663"/>
            <ac:picMk id="18" creationId="{00000000-0000-0000-0000-000000000000}"/>
          </ac:picMkLst>
        </pc:picChg>
        <pc:sldLayoutChg chg="modSp">
          <pc:chgData name="John Daniel Spies Baah" userId="77717706-d745-4b4f-9643-78ccedea9807" providerId="ADAL" clId="{93F0A7FD-11EA-4202-A21E-44C10A77E988}" dt="2026-04-22T03:58:39.088" v="2"/>
          <pc:sldLayoutMkLst>
            <pc:docMk/>
            <pc:sldMasterMk cId="3377168366" sldId="2147483663"/>
            <pc:sldLayoutMk cId="3729555969" sldId="2147483664"/>
          </pc:sldLayoutMkLst>
          <pc:spChg chg="mod">
            <ac:chgData name="John Daniel Spies Baah" userId="77717706-d745-4b4f-9643-78ccedea9807" providerId="ADAL" clId="{93F0A7FD-11EA-4202-A21E-44C10A77E988}" dt="2026-04-22T03:58:39.088" v="2"/>
            <ac:spMkLst>
              <pc:docMk/>
              <pc:sldMasterMk cId="3377168366" sldId="2147483663"/>
              <pc:sldLayoutMk cId="3729555969" sldId="2147483664"/>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729555969" sldId="2147483664"/>
              <ac:spMk id="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729555969" sldId="2147483664"/>
              <ac:spMk id="7"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729555969" sldId="2147483664"/>
              <ac:spMk id="8"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729555969" sldId="2147483664"/>
              <ac:spMk id="13"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3307330087" sldId="2147483665"/>
          </pc:sldLayoutMkLst>
          <pc:spChg chg="mod">
            <ac:chgData name="John Daniel Spies Baah" userId="77717706-d745-4b4f-9643-78ccedea9807" providerId="ADAL" clId="{93F0A7FD-11EA-4202-A21E-44C10A77E988}" dt="2026-04-22T03:58:39.088" v="2"/>
            <ac:spMkLst>
              <pc:docMk/>
              <pc:sldMasterMk cId="3377168366" sldId="2147483663"/>
              <pc:sldLayoutMk cId="3307330087" sldId="2147483665"/>
              <ac:spMk id="7"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307330087" sldId="2147483665"/>
              <ac:spMk id="9"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307330087" sldId="2147483665"/>
              <ac:spMk id="29"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2165337949" sldId="2147483666"/>
          </pc:sldLayoutMkLst>
          <pc:spChg chg="mod">
            <ac:chgData name="John Daniel Spies Baah" userId="77717706-d745-4b4f-9643-78ccedea9807" providerId="ADAL" clId="{93F0A7FD-11EA-4202-A21E-44C10A77E988}" dt="2026-04-22T03:58:39.088" v="2"/>
            <ac:spMkLst>
              <pc:docMk/>
              <pc:sldMasterMk cId="3377168366" sldId="2147483663"/>
              <pc:sldLayoutMk cId="2165337949" sldId="2147483666"/>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2165337949" sldId="2147483666"/>
              <ac:spMk id="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2165337949" sldId="2147483666"/>
              <ac:spMk id="11"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2165337949" sldId="2147483666"/>
              <ac:spMk id="24"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2165337949" sldId="2147483666"/>
              <ac:spMk id="25"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167252367" sldId="2147483667"/>
          </pc:sldLayoutMkLst>
          <pc:spChg chg="mod">
            <ac:chgData name="John Daniel Spies Baah" userId="77717706-d745-4b4f-9643-78ccedea9807" providerId="ADAL" clId="{93F0A7FD-11EA-4202-A21E-44C10A77E988}" dt="2026-04-22T03:58:39.088" v="2"/>
            <ac:spMkLst>
              <pc:docMk/>
              <pc:sldMasterMk cId="3377168366" sldId="2147483663"/>
              <pc:sldLayoutMk cId="167252367" sldId="2147483667"/>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67252367" sldId="2147483667"/>
              <ac:spMk id="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67252367" sldId="2147483667"/>
              <ac:spMk id="4"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67252367" sldId="2147483667"/>
              <ac:spMk id="10"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67252367" sldId="2147483667"/>
              <ac:spMk id="26"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67252367" sldId="2147483667"/>
              <ac:spMk id="27"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3055079122" sldId="2147483668"/>
          </pc:sldLayoutMkLst>
          <pc:spChg chg="mod">
            <ac:chgData name="John Daniel Spies Baah" userId="77717706-d745-4b4f-9643-78ccedea9807" providerId="ADAL" clId="{93F0A7FD-11EA-4202-A21E-44C10A77E988}" dt="2026-04-22T03:58:39.088" v="2"/>
            <ac:spMkLst>
              <pc:docMk/>
              <pc:sldMasterMk cId="3377168366" sldId="2147483663"/>
              <pc:sldLayoutMk cId="3055079122" sldId="2147483668"/>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055079122" sldId="2147483668"/>
              <ac:spMk id="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055079122" sldId="2147483668"/>
              <ac:spMk id="4"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055079122" sldId="2147483668"/>
              <ac:spMk id="5"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055079122" sldId="2147483668"/>
              <ac:spMk id="6"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055079122" sldId="2147483668"/>
              <ac:spMk id="1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055079122" sldId="2147483668"/>
              <ac:spMk id="20"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055079122" sldId="2147483668"/>
              <ac:spMk id="21"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1580508043" sldId="2147483669"/>
          </pc:sldLayoutMkLst>
          <pc:spChg chg="mod">
            <ac:chgData name="John Daniel Spies Baah" userId="77717706-d745-4b4f-9643-78ccedea9807" providerId="ADAL" clId="{93F0A7FD-11EA-4202-A21E-44C10A77E988}" dt="2026-04-22T03:58:39.088" v="2"/>
            <ac:spMkLst>
              <pc:docMk/>
              <pc:sldMasterMk cId="3377168366" sldId="2147483663"/>
              <pc:sldLayoutMk cId="1580508043" sldId="2147483669"/>
              <ac:spMk id="8"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580508043" sldId="2147483669"/>
              <ac:spMk id="1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580508043" sldId="2147483669"/>
              <ac:spMk id="14"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1032884067" sldId="2147483670"/>
          </pc:sldLayoutMkLst>
          <pc:spChg chg="mod">
            <ac:chgData name="John Daniel Spies Baah" userId="77717706-d745-4b4f-9643-78ccedea9807" providerId="ADAL" clId="{93F0A7FD-11EA-4202-A21E-44C10A77E988}" dt="2026-04-22T03:58:39.088" v="2"/>
            <ac:spMkLst>
              <pc:docMk/>
              <pc:sldMasterMk cId="3377168366" sldId="2147483663"/>
              <pc:sldLayoutMk cId="1032884067" sldId="2147483670"/>
              <ac:spMk id="1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032884067" sldId="2147483670"/>
              <ac:spMk id="13"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1449613498" sldId="2147483671"/>
          </pc:sldLayoutMkLst>
          <pc:spChg chg="mod">
            <ac:chgData name="John Daniel Spies Baah" userId="77717706-d745-4b4f-9643-78ccedea9807" providerId="ADAL" clId="{93F0A7FD-11EA-4202-A21E-44C10A77E988}" dt="2026-04-22T03:58:39.088" v="2"/>
            <ac:spMkLst>
              <pc:docMk/>
              <pc:sldMasterMk cId="3377168366" sldId="2147483663"/>
              <pc:sldLayoutMk cId="1449613498" sldId="2147483671"/>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449613498" sldId="2147483671"/>
              <ac:spMk id="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449613498" sldId="2147483671"/>
              <ac:spMk id="4"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449613498" sldId="2147483671"/>
              <ac:spMk id="10"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449613498" sldId="2147483671"/>
              <ac:spMk id="25"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1449613498" sldId="2147483671"/>
              <ac:spMk id="26"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3921099922" sldId="2147483672"/>
          </pc:sldLayoutMkLst>
          <pc:spChg chg="mod">
            <ac:chgData name="John Daniel Spies Baah" userId="77717706-d745-4b4f-9643-78ccedea9807" providerId="ADAL" clId="{93F0A7FD-11EA-4202-A21E-44C10A77E988}" dt="2026-04-22T03:58:39.088" v="2"/>
            <ac:spMkLst>
              <pc:docMk/>
              <pc:sldMasterMk cId="3377168366" sldId="2147483663"/>
              <pc:sldLayoutMk cId="3921099922" sldId="2147483672"/>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921099922" sldId="2147483672"/>
              <ac:spMk id="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921099922" sldId="2147483672"/>
              <ac:spMk id="4"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921099922" sldId="2147483672"/>
              <ac:spMk id="10"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921099922" sldId="2147483672"/>
              <ac:spMk id="19"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921099922" sldId="2147483672"/>
              <ac:spMk id="20"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3215584198" sldId="2147483673"/>
          </pc:sldLayoutMkLst>
          <pc:spChg chg="mod">
            <ac:chgData name="John Daniel Spies Baah" userId="77717706-d745-4b4f-9643-78ccedea9807" providerId="ADAL" clId="{93F0A7FD-11EA-4202-A21E-44C10A77E988}" dt="2026-04-22T03:58:39.088" v="2"/>
            <ac:spMkLst>
              <pc:docMk/>
              <pc:sldMasterMk cId="3377168366" sldId="2147483663"/>
              <pc:sldLayoutMk cId="3215584198" sldId="2147483673"/>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215584198" sldId="2147483673"/>
              <ac:spMk id="9"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215584198" sldId="2147483673"/>
              <ac:spMk id="14"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215584198" sldId="2147483673"/>
              <ac:spMk id="15" creationId="{00000000-0000-0000-0000-000000000000}"/>
            </ac:spMkLst>
          </pc:spChg>
        </pc:sldLayoutChg>
        <pc:sldLayoutChg chg="modSp">
          <pc:chgData name="John Daniel Spies Baah" userId="77717706-d745-4b4f-9643-78ccedea9807" providerId="ADAL" clId="{93F0A7FD-11EA-4202-A21E-44C10A77E988}" dt="2026-04-22T03:58:39.088" v="2"/>
          <pc:sldLayoutMkLst>
            <pc:docMk/>
            <pc:sldMasterMk cId="3377168366" sldId="2147483663"/>
            <pc:sldLayoutMk cId="3423429832" sldId="2147483674"/>
          </pc:sldLayoutMkLst>
          <pc:spChg chg="mod">
            <ac:chgData name="John Daniel Spies Baah" userId="77717706-d745-4b4f-9643-78ccedea9807" providerId="ADAL" clId="{93F0A7FD-11EA-4202-A21E-44C10A77E988}" dt="2026-04-22T03:58:39.088" v="2"/>
            <ac:spMkLst>
              <pc:docMk/>
              <pc:sldMasterMk cId="3377168366" sldId="2147483663"/>
              <pc:sldLayoutMk cId="3423429832" sldId="2147483674"/>
              <ac:spMk id="2"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423429832" sldId="2147483674"/>
              <ac:spMk id="3"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423429832" sldId="2147483674"/>
              <ac:spMk id="9"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423429832" sldId="2147483674"/>
              <ac:spMk id="15" creationId="{00000000-0000-0000-0000-000000000000}"/>
            </ac:spMkLst>
          </pc:spChg>
          <pc:spChg chg="mod">
            <ac:chgData name="John Daniel Spies Baah" userId="77717706-d745-4b4f-9643-78ccedea9807" providerId="ADAL" clId="{93F0A7FD-11EA-4202-A21E-44C10A77E988}" dt="2026-04-22T03:58:39.088" v="2"/>
            <ac:spMkLst>
              <pc:docMk/>
              <pc:sldMasterMk cId="3377168366" sldId="2147483663"/>
              <pc:sldLayoutMk cId="3423429832" sldId="2147483674"/>
              <ac:spMk id="16"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522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755652" y="0"/>
            <a:ext cx="5950761"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706411"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958857" y="2571751"/>
            <a:ext cx="4138551" cy="1701419"/>
          </a:xfrm>
        </p:spPr>
        <p:txBody>
          <a:bodyPr anchor="t">
            <a:normAutofit/>
          </a:bodyPr>
          <a:lstStyle>
            <a:lvl1pPr algn="r">
              <a:defRPr sz="4500"/>
            </a:lvl1pPr>
          </a:lstStyle>
          <a:p>
            <a:r>
              <a:rPr lang="en-US"/>
              <a:t>Click to edit Master title style</a:t>
            </a:r>
            <a:endParaRPr lang="en-US" dirty="0"/>
          </a:p>
        </p:txBody>
      </p:sp>
      <p:sp>
        <p:nvSpPr>
          <p:cNvPr id="3" name="Subtitle 2"/>
          <p:cNvSpPr>
            <a:spLocks noGrp="1"/>
          </p:cNvSpPr>
          <p:nvPr>
            <p:ph type="subTitle" idx="1"/>
          </p:nvPr>
        </p:nvSpPr>
        <p:spPr>
          <a:xfrm>
            <a:off x="2079207" y="1701590"/>
            <a:ext cx="4018200" cy="870160"/>
          </a:xfrm>
        </p:spPr>
        <p:txBody>
          <a:bodyPr tIns="0" anchor="b">
            <a:normAutofit/>
          </a:bodyPr>
          <a:lstStyle>
            <a:lvl1pPr marL="0" indent="0" algn="r">
              <a:buNone/>
              <a:defRPr sz="1351" b="0">
                <a:solidFill>
                  <a:schemeClr val="tx1"/>
                </a:solidFill>
              </a:defRPr>
            </a:lvl1pPr>
            <a:lvl2pPr marL="342891" indent="0" algn="ctr">
              <a:buNone/>
              <a:defRPr sz="1351"/>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9/4/26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rIns="45720"/>
          <a:lstStyle/>
          <a:p>
            <a:fld id="{4FAB73BC-B049-4115-A692-8D63A059BFB8}" type="slidenum">
              <a:rPr lang="en-US" smtClean="0"/>
              <a:t>‹#›</a:t>
            </a:fld>
            <a:endParaRPr lang="en-US" dirty="0"/>
          </a:p>
        </p:txBody>
      </p:sp>
      <p:sp>
        <p:nvSpPr>
          <p:cNvPr id="13" name="TextBox 12"/>
          <p:cNvSpPr txBox="1"/>
          <p:nvPr/>
        </p:nvSpPr>
        <p:spPr>
          <a:xfrm>
            <a:off x="1643463" y="2447139"/>
            <a:ext cx="311727"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8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7295559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9/4/26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
        <p:nvSpPr>
          <p:cNvPr id="7" name="TextBox 6"/>
          <p:cNvSpPr txBox="1"/>
          <p:nvPr/>
        </p:nvSpPr>
        <p:spPr>
          <a:xfrm>
            <a:off x="1646209" y="480920"/>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30733008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1643883" y="2221940"/>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7406" y="2360440"/>
            <a:ext cx="5967420" cy="1068560"/>
          </a:xfrm>
        </p:spPr>
        <p:txBody>
          <a:bodyPr anchor="t">
            <a:normAutofit/>
          </a:bodyPr>
          <a:lstStyle>
            <a:lvl1pPr algn="r">
              <a:defRPr sz="2400"/>
            </a:lvl1pPr>
          </a:lstStyle>
          <a:p>
            <a:r>
              <a:rPr lang="en-US"/>
              <a:t>Click to edit Master title style</a:t>
            </a:r>
            <a:endParaRPr lang="en-US" dirty="0"/>
          </a:p>
        </p:txBody>
      </p:sp>
      <p:sp>
        <p:nvSpPr>
          <p:cNvPr id="3" name="Text Placeholder 2"/>
          <p:cNvSpPr>
            <a:spLocks noGrp="1"/>
          </p:cNvSpPr>
          <p:nvPr>
            <p:ph type="body" idx="1"/>
          </p:nvPr>
        </p:nvSpPr>
        <p:spPr>
          <a:xfrm>
            <a:off x="2080478" y="1701592"/>
            <a:ext cx="5843948" cy="658851"/>
          </a:xfrm>
        </p:spPr>
        <p:txBody>
          <a:bodyPr tIns="0" anchor="b">
            <a:normAutofit/>
          </a:bodyPr>
          <a:lstStyle>
            <a:lvl1pPr marL="0" indent="0" algn="r">
              <a:buNone/>
              <a:defRPr sz="1351">
                <a:solidFill>
                  <a:schemeClr val="tx1"/>
                </a:solidFill>
              </a:defRPr>
            </a:lvl1pPr>
            <a:lvl2pPr marL="342891" indent="0">
              <a:buNone/>
              <a:defRPr sz="1351">
                <a:solidFill>
                  <a:schemeClr val="tx1">
                    <a:tint val="75000"/>
                  </a:schemeClr>
                </a:solidFill>
              </a:defRPr>
            </a:lvl2pPr>
            <a:lvl3pPr marL="685783" indent="0">
              <a:buNone/>
              <a:defRPr sz="1351">
                <a:solidFill>
                  <a:schemeClr val="tx1">
                    <a:tint val="75000"/>
                  </a:schemeClr>
                </a:solidFill>
              </a:defRPr>
            </a:lvl3pPr>
            <a:lvl4pPr marL="1028674"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9" indent="0">
              <a:buNone/>
              <a:defRPr sz="1200">
                <a:solidFill>
                  <a:schemeClr val="tx1">
                    <a:tint val="75000"/>
                  </a:schemeClr>
                </a:solidFill>
              </a:defRPr>
            </a:lvl7pPr>
            <a:lvl8pPr marL="2400240" indent="0">
              <a:buNone/>
              <a:defRPr sz="1200">
                <a:solidFill>
                  <a:schemeClr val="tx1">
                    <a:tint val="75000"/>
                  </a:schemeClr>
                </a:solidFill>
              </a:defRPr>
            </a:lvl8pPr>
            <a:lvl9pPr marL="2743131"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9/4/26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6533794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57406" y="604365"/>
            <a:ext cx="5963239" cy="8112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954030" y="1539089"/>
            <a:ext cx="2918971" cy="2998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99977" y="1539086"/>
            <a:ext cx="2920667" cy="2998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9/4/26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
        <p:nvSpPr>
          <p:cNvPr id="10" name="TextBox 9"/>
          <p:cNvSpPr txBox="1"/>
          <p:nvPr/>
        </p:nvSpPr>
        <p:spPr>
          <a:xfrm>
            <a:off x="1647130" y="480918"/>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6725236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1645239" y="477319"/>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7406" y="604365"/>
            <a:ext cx="5967420" cy="8087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56965" y="1539086"/>
            <a:ext cx="2922351" cy="535364"/>
          </a:xfrm>
        </p:spPr>
        <p:txBody>
          <a:bodyPr anchor="b">
            <a:noAutofit/>
          </a:bodyPr>
          <a:lstStyle>
            <a:lvl1pPr marL="0" indent="0" algn="l">
              <a:lnSpc>
                <a:spcPct val="100000"/>
              </a:lnSpc>
              <a:buNone/>
              <a:defRPr sz="1651" b="0" cap="none" baseline="0">
                <a:solidFill>
                  <a:schemeClr val="accent6"/>
                </a:solidFill>
              </a:defRPr>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4" name="Content Placeholder 3"/>
          <p:cNvSpPr>
            <a:spLocks noGrp="1"/>
          </p:cNvSpPr>
          <p:nvPr>
            <p:ph sz="half" idx="2"/>
          </p:nvPr>
        </p:nvSpPr>
        <p:spPr>
          <a:xfrm>
            <a:off x="1956965" y="2138498"/>
            <a:ext cx="2920217" cy="2303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99977" y="1539086"/>
            <a:ext cx="2924849" cy="535364"/>
          </a:xfrm>
        </p:spPr>
        <p:txBody>
          <a:bodyPr anchor="b">
            <a:noAutofit/>
          </a:bodyPr>
          <a:lstStyle>
            <a:lvl1pPr marL="0" indent="0" algn="l">
              <a:lnSpc>
                <a:spcPct val="100000"/>
              </a:lnSpc>
              <a:buNone/>
              <a:defRPr sz="1651" b="0" cap="none" baseline="0">
                <a:solidFill>
                  <a:schemeClr val="accent6"/>
                </a:solidFill>
              </a:defRPr>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999977" y="2138498"/>
            <a:ext cx="2924849" cy="2303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9/4/26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5507912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9/4/26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
        <p:nvSpPr>
          <p:cNvPr id="8" name="TextBox 7"/>
          <p:cNvSpPr txBox="1"/>
          <p:nvPr/>
        </p:nvSpPr>
        <p:spPr>
          <a:xfrm>
            <a:off x="1647130" y="480920"/>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58050804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4D94136C-8742-45B2-AF27-D93DF72833A9}" type="datetimeFigureOut">
              <a:rPr lang="en-US" smtClean="0"/>
              <a:t>9/4/26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3288406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165618" y="845663"/>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477745" y="961841"/>
            <a:ext cx="1998271" cy="1427431"/>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840116" y="604365"/>
            <a:ext cx="4084709" cy="393309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7743" y="2389616"/>
            <a:ext cx="1998271" cy="1789798"/>
          </a:xfrm>
        </p:spPr>
        <p:txBody>
          <a:bodyPr/>
          <a:lstStyle>
            <a:lvl1pPr marL="0" indent="0" algn="l">
              <a:buNone/>
              <a:defRPr sz="1200"/>
            </a:lvl1pPr>
            <a:lvl2pPr marL="342891" indent="0">
              <a:buNone/>
              <a:defRPr sz="1051"/>
            </a:lvl2pPr>
            <a:lvl3pPr marL="685783" indent="0">
              <a:buNone/>
              <a:defRPr sz="900"/>
            </a:lvl3pPr>
            <a:lvl4pPr marL="1028674" indent="0">
              <a:buNone/>
              <a:defRPr sz="751"/>
            </a:lvl4pPr>
            <a:lvl5pPr marL="1371566" indent="0">
              <a:buNone/>
              <a:defRPr sz="751"/>
            </a:lvl5pPr>
            <a:lvl6pPr marL="1714457" indent="0">
              <a:buNone/>
              <a:defRPr sz="751"/>
            </a:lvl6pPr>
            <a:lvl7pPr marL="2057349" indent="0">
              <a:buNone/>
              <a:defRPr sz="751"/>
            </a:lvl7pPr>
            <a:lvl8pPr marL="2400240" indent="0">
              <a:buNone/>
              <a:defRPr sz="751"/>
            </a:lvl8pPr>
            <a:lvl9pPr marL="2743131"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fld id="{32ABBEA6-7C60-4B02-AE87-00D78D8422AF}" type="datetimeFigureOut">
              <a:rPr lang="en-US" smtClean="0"/>
              <a:t>9/4/26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4961349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5060296" y="2422"/>
            <a:ext cx="3472301" cy="51435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1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r>
              <a:rPr lang="en-US"/>
              <a:t>Click icon to add picture</a:t>
            </a:r>
            <a:endParaRPr lang="en-US" dirty="0"/>
          </a:p>
        </p:txBody>
      </p:sp>
      <p:sp>
        <p:nvSpPr>
          <p:cNvPr id="10" name="TextBox 9"/>
          <p:cNvSpPr txBox="1"/>
          <p:nvPr/>
        </p:nvSpPr>
        <p:spPr>
          <a:xfrm>
            <a:off x="1166017" y="845663"/>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478431" y="961841"/>
            <a:ext cx="2978240" cy="1425355"/>
          </a:xfrm>
        </p:spPr>
        <p:txBody>
          <a:bodyPr anchor="b">
            <a:normAutofit/>
          </a:bodyPr>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1477741" y="2387196"/>
            <a:ext cx="2978907" cy="1789796"/>
          </a:xfrm>
        </p:spPr>
        <p:txBody>
          <a:bodyPr>
            <a:normAutofit/>
          </a:bodyPr>
          <a:lstStyle>
            <a:lvl1pPr marL="0" indent="0" algn="l">
              <a:buNone/>
              <a:defRPr sz="1500"/>
            </a:lvl1pPr>
            <a:lvl2pPr marL="342891" indent="0">
              <a:buNone/>
              <a:defRPr sz="1051"/>
            </a:lvl2pPr>
            <a:lvl3pPr marL="685783" indent="0">
              <a:buNone/>
              <a:defRPr sz="900"/>
            </a:lvl3pPr>
            <a:lvl4pPr marL="1028674" indent="0">
              <a:buNone/>
              <a:defRPr sz="751"/>
            </a:lvl4pPr>
            <a:lvl5pPr marL="1371566" indent="0">
              <a:buNone/>
              <a:defRPr sz="751"/>
            </a:lvl5pPr>
            <a:lvl6pPr marL="1714457" indent="0">
              <a:buNone/>
              <a:defRPr sz="751"/>
            </a:lvl6pPr>
            <a:lvl7pPr marL="2057349" indent="0">
              <a:buNone/>
              <a:defRPr sz="751"/>
            </a:lvl7pPr>
            <a:lvl8pPr marL="2400240" indent="0">
              <a:buNone/>
              <a:defRPr sz="751"/>
            </a:lvl8pPr>
            <a:lvl9pPr marL="2743131"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9/4/26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2109992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1645678" y="480920"/>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58857" y="606042"/>
            <a:ext cx="5965568" cy="807922"/>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9/4/26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155841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753360" y="0"/>
            <a:ext cx="7779237" cy="51435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8532997" y="0"/>
            <a:ext cx="20575"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7752858" y="300441"/>
            <a:ext cx="311727" cy="300210"/>
          </a:xfrm>
          <a:prstGeom prst="rect">
            <a:avLst/>
          </a:prstGeom>
          <a:noFill/>
        </p:spPr>
        <p:txBody>
          <a:bodyPr wrap="square" rtlCol="0">
            <a:spAutoFit/>
          </a:bodyPr>
          <a:lstStyle/>
          <a:p>
            <a:pPr algn="r"/>
            <a:r>
              <a:rPr lang="en-US" sz="1351" dirty="0">
                <a:solidFill>
                  <a:schemeClr val="accent6"/>
                </a:solidFill>
                <a:latin typeface="Wingdings 3" panose="05040102010807070707" pitchFamily="18" charset="2"/>
              </a:rPr>
              <a:t>z</a:t>
            </a:r>
            <a:endParaRPr lang="en-US" sz="751"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6929537" y="604365"/>
            <a:ext cx="994889" cy="393309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956565" y="727809"/>
            <a:ext cx="4850177" cy="38096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9/4/26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234298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1097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123845" y="1578903"/>
            <a:ext cx="7020155" cy="3564599"/>
          </a:xfrm>
          <a:prstGeom prst="rect">
            <a:avLst/>
          </a:prstGeom>
        </p:spPr>
      </p:pic>
      <p:pic>
        <p:nvPicPr>
          <p:cNvPr id="15" name="Picture 1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 y="0"/>
            <a:ext cx="9142400" cy="5143500"/>
          </a:xfrm>
          <a:prstGeom prst="rect">
            <a:avLst/>
          </a:prstGeom>
        </p:spPr>
      </p:pic>
      <p:sp>
        <p:nvSpPr>
          <p:cNvPr id="8" name="Rectangle 7"/>
          <p:cNvSpPr/>
          <p:nvPr/>
        </p:nvSpPr>
        <p:spPr>
          <a:xfrm>
            <a:off x="1" y="0"/>
            <a:ext cx="723131"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958858" y="606042"/>
            <a:ext cx="5968748" cy="80792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080200" y="1539089"/>
            <a:ext cx="5847405" cy="29983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607548" y="3952953"/>
            <a:ext cx="1997047" cy="137160"/>
          </a:xfrm>
          <a:prstGeom prst="rect">
            <a:avLst/>
          </a:prstGeom>
        </p:spPr>
        <p:txBody>
          <a:bodyPr vert="horz" lIns="91440" tIns="18288" rIns="91440" bIns="45720" rtlCol="0" anchor="t"/>
          <a:lstStyle>
            <a:lvl1pPr algn="r">
              <a:defRPr sz="600">
                <a:solidFill>
                  <a:schemeClr val="tx1">
                    <a:tint val="75000"/>
                  </a:schemeClr>
                </a:solidFill>
                <a:latin typeface="+mn-lt"/>
              </a:defRPr>
            </a:lvl1pPr>
          </a:lstStyle>
          <a:p>
            <a:fld id="{98624D31-43A5-475A-80CF-332C9F6DCF35}" type="datetimeFigureOut">
              <a:rPr lang="en-US" smtClean="0"/>
              <a:t>9/4/26</a:t>
            </a:fld>
            <a:endParaRPr lang="en-US" dirty="0"/>
          </a:p>
        </p:txBody>
      </p:sp>
      <p:sp>
        <p:nvSpPr>
          <p:cNvPr id="5" name="Footer Placeholder 4"/>
          <p:cNvSpPr>
            <a:spLocks noGrp="1"/>
          </p:cNvSpPr>
          <p:nvPr>
            <p:ph type="ftr" sz="quarter" idx="3"/>
          </p:nvPr>
        </p:nvSpPr>
        <p:spPr>
          <a:xfrm rot="5400000">
            <a:off x="-1677848" y="2745859"/>
            <a:ext cx="4414014" cy="134383"/>
          </a:xfrm>
          <a:prstGeom prst="rect">
            <a:avLst/>
          </a:prstGeom>
        </p:spPr>
        <p:txBody>
          <a:bodyPr vert="horz" lIns="91440" tIns="45720" rIns="91440" bIns="18288" rtlCol="0" anchor="b"/>
          <a:lstStyle>
            <a:lvl1pPr algn="r">
              <a:defRPr sz="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18808" y="123445"/>
            <a:ext cx="477545" cy="242138"/>
          </a:xfrm>
          <a:prstGeom prst="rect">
            <a:avLst/>
          </a:prstGeom>
        </p:spPr>
        <p:txBody>
          <a:bodyPr vert="horz" lIns="91440" tIns="45720" rIns="45720" bIns="45720" rtlCol="0" anchor="ctr"/>
          <a:lstStyle>
            <a:lvl1pPr algn="r">
              <a:defRPr sz="1351">
                <a:solidFill>
                  <a:schemeClr val="tx1">
                    <a:tint val="75000"/>
                  </a:schemeClr>
                </a:solidFill>
              </a:defRPr>
            </a:lvl1pPr>
          </a:lstStyle>
          <a:p>
            <a:fld id="{4FAB73BC-B049-4115-A692-8D63A059BFB8}" type="slidenum">
              <a:rPr lang="en-US" smtClean="0"/>
              <a:pPr/>
              <a:t>‹#›</a:t>
            </a:fld>
            <a:endParaRPr lang="en-US" dirty="0"/>
          </a:p>
        </p:txBody>
      </p:sp>
      <p:sp>
        <p:nvSpPr>
          <p:cNvPr id="57" name="Rectangle 56"/>
          <p:cNvSpPr/>
          <p:nvPr/>
        </p:nvSpPr>
        <p:spPr>
          <a:xfrm>
            <a:off x="721533" y="0"/>
            <a:ext cx="34289" cy="51435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77168366"/>
      </p:ext>
    </p:extLst>
  </p:cSld>
  <p:clrMap bg1="dk1" tx1="lt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r" defTabSz="685783" rtl="0" eaLnBrk="1" latinLnBrk="0" hangingPunct="1">
        <a:lnSpc>
          <a:spcPct val="90000"/>
        </a:lnSpc>
        <a:spcBef>
          <a:spcPct val="0"/>
        </a:spcBef>
        <a:buNone/>
        <a:defRPr sz="2551" b="0" i="0" kern="1200" cap="none">
          <a:solidFill>
            <a:schemeClr val="tx1"/>
          </a:solidFill>
          <a:effectLst/>
          <a:latin typeface="+mj-lt"/>
          <a:ea typeface="+mj-ea"/>
          <a:cs typeface="+mj-cs"/>
        </a:defRPr>
      </a:lvl1pPr>
    </p:titleStyle>
    <p:bodyStyle>
      <a:lvl1pPr marL="258360" indent="-258360" algn="l" defTabSz="685783" rtl="0" eaLnBrk="1" latinLnBrk="0" hangingPunct="1">
        <a:lnSpc>
          <a:spcPct val="120000"/>
        </a:lnSpc>
        <a:spcBef>
          <a:spcPts val="751"/>
        </a:spcBef>
        <a:spcAft>
          <a:spcPts val="451"/>
        </a:spcAft>
        <a:buClr>
          <a:schemeClr val="accent6"/>
        </a:buClr>
        <a:buSzPct val="90000"/>
        <a:buFont typeface="Wingdings" panose="05000000000000000000" pitchFamily="2" charset="2"/>
        <a:buChar char="§"/>
        <a:defRPr sz="1500" kern="1200">
          <a:solidFill>
            <a:schemeClr val="tx1"/>
          </a:solidFill>
          <a:effectLst/>
          <a:latin typeface="+mn-lt"/>
          <a:ea typeface="+mn-ea"/>
          <a:cs typeface="+mn-cs"/>
        </a:defRPr>
      </a:lvl1pPr>
      <a:lvl2pPr marL="596489" indent="-253598" algn="l" defTabSz="685783" rtl="0" eaLnBrk="1" latinLnBrk="0" hangingPunct="1">
        <a:lnSpc>
          <a:spcPct val="120000"/>
        </a:lnSpc>
        <a:spcBef>
          <a:spcPts val="375"/>
        </a:spcBef>
        <a:spcAft>
          <a:spcPts val="451"/>
        </a:spcAft>
        <a:buClr>
          <a:schemeClr val="accent6"/>
        </a:buClr>
        <a:buSzPct val="90000"/>
        <a:buFont typeface="Wingdings" panose="05000000000000000000" pitchFamily="2" charset="2"/>
        <a:buChar char="§"/>
        <a:defRPr sz="1351" kern="1200">
          <a:solidFill>
            <a:schemeClr val="tx1"/>
          </a:solidFill>
          <a:effectLst/>
          <a:latin typeface="+mn-lt"/>
          <a:ea typeface="+mn-ea"/>
          <a:cs typeface="+mn-cs"/>
        </a:defRPr>
      </a:lvl2pPr>
      <a:lvl3pPr marL="944143" indent="-258360" algn="l" defTabSz="685783" rtl="0" eaLnBrk="1" latinLnBrk="0" hangingPunct="1">
        <a:lnSpc>
          <a:spcPct val="120000"/>
        </a:lnSpc>
        <a:spcBef>
          <a:spcPts val="375"/>
        </a:spcBef>
        <a:spcAft>
          <a:spcPts val="451"/>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3pPr>
      <a:lvl4pPr marL="1282272" indent="-253598" algn="l" defTabSz="685783" rtl="0" eaLnBrk="1" latinLnBrk="0" hangingPunct="1">
        <a:lnSpc>
          <a:spcPct val="120000"/>
        </a:lnSpc>
        <a:spcBef>
          <a:spcPts val="375"/>
        </a:spcBef>
        <a:spcAft>
          <a:spcPts val="451"/>
        </a:spcAft>
        <a:buClr>
          <a:schemeClr val="accent6"/>
        </a:buClr>
        <a:buSzPct val="90000"/>
        <a:buFont typeface="Wingdings" panose="05000000000000000000" pitchFamily="2" charset="2"/>
        <a:buChar char="§"/>
        <a:defRPr sz="1051" kern="1200">
          <a:solidFill>
            <a:schemeClr val="tx1"/>
          </a:solidFill>
          <a:effectLst/>
          <a:latin typeface="+mn-lt"/>
          <a:ea typeface="+mn-ea"/>
          <a:cs typeface="+mn-cs"/>
        </a:defRPr>
      </a:lvl4pPr>
      <a:lvl5pPr marL="1629926" indent="-258360" algn="l" defTabSz="685783" rtl="0" eaLnBrk="1" latinLnBrk="0" hangingPunct="1">
        <a:lnSpc>
          <a:spcPct val="120000"/>
        </a:lnSpc>
        <a:spcBef>
          <a:spcPts val="375"/>
        </a:spcBef>
        <a:spcAft>
          <a:spcPts val="451"/>
        </a:spcAft>
        <a:buClr>
          <a:schemeClr val="accent6"/>
        </a:buClr>
        <a:buSzPct val="90000"/>
        <a:buFont typeface="Wingdings" panose="05000000000000000000" pitchFamily="2" charset="2"/>
        <a:buChar char="§"/>
        <a:defRPr sz="900" kern="1200">
          <a:solidFill>
            <a:schemeClr val="tx1"/>
          </a:solidFill>
          <a:effectLst/>
          <a:latin typeface="+mn-lt"/>
          <a:ea typeface="+mn-ea"/>
          <a:cs typeface="+mn-cs"/>
        </a:defRPr>
      </a:lvl5pPr>
      <a:lvl6pPr marL="1981913" indent="-253740" algn="l" defTabSz="685783" rtl="0" eaLnBrk="1" latinLnBrk="0" hangingPunct="1">
        <a:lnSpc>
          <a:spcPct val="120000"/>
        </a:lnSpc>
        <a:spcBef>
          <a:spcPts val="375"/>
        </a:spcBef>
        <a:spcAft>
          <a:spcPts val="451"/>
        </a:spcAft>
        <a:buClr>
          <a:schemeClr val="accent6"/>
        </a:buClr>
        <a:buSzPct val="90000"/>
        <a:buFont typeface="Wingdings" panose="05000000000000000000" pitchFamily="2" charset="2"/>
        <a:buChar char="§"/>
        <a:defRPr sz="900" kern="1200" baseline="0">
          <a:solidFill>
            <a:schemeClr val="tx1"/>
          </a:solidFill>
          <a:effectLst/>
          <a:latin typeface="+mn-lt"/>
          <a:ea typeface="+mn-ea"/>
          <a:cs typeface="+mn-cs"/>
        </a:defRPr>
      </a:lvl6pPr>
      <a:lvl7pPr marL="2331662" indent="-253740" algn="l" defTabSz="685783" rtl="0" eaLnBrk="1" latinLnBrk="0" hangingPunct="1">
        <a:lnSpc>
          <a:spcPct val="120000"/>
        </a:lnSpc>
        <a:spcBef>
          <a:spcPts val="375"/>
        </a:spcBef>
        <a:spcAft>
          <a:spcPts val="451"/>
        </a:spcAft>
        <a:buClr>
          <a:schemeClr val="accent6"/>
        </a:buClr>
        <a:buSzPct val="90000"/>
        <a:buFont typeface="Wingdings" panose="05000000000000000000" pitchFamily="2" charset="2"/>
        <a:buChar char="§"/>
        <a:defRPr sz="900" kern="1200" baseline="0">
          <a:solidFill>
            <a:schemeClr val="tx1"/>
          </a:solidFill>
          <a:effectLst/>
          <a:latin typeface="+mn-lt"/>
          <a:ea typeface="+mn-ea"/>
          <a:cs typeface="+mn-cs"/>
        </a:defRPr>
      </a:lvl7pPr>
      <a:lvl8pPr marL="2681412" indent="-253740" algn="l" defTabSz="685783" rtl="0" eaLnBrk="1" latinLnBrk="0" hangingPunct="1">
        <a:lnSpc>
          <a:spcPct val="120000"/>
        </a:lnSpc>
        <a:spcBef>
          <a:spcPts val="375"/>
        </a:spcBef>
        <a:spcAft>
          <a:spcPts val="451"/>
        </a:spcAft>
        <a:buClr>
          <a:schemeClr val="accent6"/>
        </a:buClr>
        <a:buSzPct val="90000"/>
        <a:buFont typeface="Wingdings" panose="05000000000000000000" pitchFamily="2" charset="2"/>
        <a:buChar char="§"/>
        <a:defRPr sz="900" kern="1200" baseline="0">
          <a:solidFill>
            <a:schemeClr val="tx1"/>
          </a:solidFill>
          <a:effectLst/>
          <a:latin typeface="+mn-lt"/>
          <a:ea typeface="+mn-ea"/>
          <a:cs typeface="+mn-cs"/>
        </a:defRPr>
      </a:lvl8pPr>
      <a:lvl9pPr marL="3031160" indent="-253740" algn="l" defTabSz="685783" rtl="0" eaLnBrk="1" latinLnBrk="0" hangingPunct="1">
        <a:lnSpc>
          <a:spcPct val="120000"/>
        </a:lnSpc>
        <a:spcBef>
          <a:spcPts val="375"/>
        </a:spcBef>
        <a:spcAft>
          <a:spcPts val="451"/>
        </a:spcAft>
        <a:buClr>
          <a:schemeClr val="accent6"/>
        </a:buClr>
        <a:buSzPct val="90000"/>
        <a:buFont typeface="Wingdings" panose="05000000000000000000" pitchFamily="2" charset="2"/>
        <a:buChar char="§"/>
        <a:defRPr sz="900" kern="1200" baseline="0">
          <a:solidFill>
            <a:schemeClr val="tx1"/>
          </a:solidFill>
          <a:effectLst/>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1"/>
            <a:ext cx="109728" cy="5143500"/>
          </a:xfrm>
          <a:prstGeom prst="rect">
            <a:avLst/>
          </a:prstGeom>
          <a:solidFill>
            <a:srgbClr val="00ACC1"/>
          </a:solidFill>
          <a:ln w="12700">
            <a:solidFill>
              <a:srgbClr val="00ACC1"/>
            </a:solidFill>
            <a:prstDash val="solid"/>
          </a:ln>
        </p:spPr>
        <p:txBody>
          <a:bodyPr/>
          <a:lstStyle/>
          <a:p>
            <a:endParaRPr lang="en-US"/>
          </a:p>
        </p:txBody>
      </p:sp>
      <p:pic>
        <p:nvPicPr>
          <p:cNvPr id="3" name="Image 0" descr="preencoded.png"/>
          <p:cNvPicPr>
            <a:picLocks noChangeAspect="1"/>
          </p:cNvPicPr>
          <p:nvPr/>
        </p:nvPicPr>
        <p:blipFill>
          <a:blip r:embed="rId3">
            <a:alphaModFix amt="95000"/>
          </a:blip>
          <a:stretch>
            <a:fillRect/>
          </a:stretch>
        </p:blipFill>
        <p:spPr>
          <a:xfrm>
            <a:off x="5120640" y="274321"/>
            <a:ext cx="3840480" cy="3840480"/>
          </a:xfrm>
          <a:prstGeom prst="rect">
            <a:avLst/>
          </a:prstGeom>
        </p:spPr>
      </p:pic>
      <p:sp>
        <p:nvSpPr>
          <p:cNvPr id="4" name="Shape 1"/>
          <p:cNvSpPr/>
          <p:nvPr/>
        </p:nvSpPr>
        <p:spPr>
          <a:xfrm>
            <a:off x="4937760" y="1"/>
            <a:ext cx="4206240" cy="5143500"/>
          </a:xfrm>
          <a:prstGeom prst="rect">
            <a:avLst/>
          </a:prstGeom>
          <a:solidFill>
            <a:srgbClr val="0D1B2A">
              <a:alpha val="70000"/>
            </a:srgbClr>
          </a:solidFill>
          <a:ln w="12700">
            <a:solidFill>
              <a:srgbClr val="0D1B2A">
                <a:alpha val="70000"/>
              </a:srgbClr>
            </a:solidFill>
            <a:prstDash val="solid"/>
          </a:ln>
        </p:spPr>
        <p:txBody>
          <a:bodyPr/>
          <a:lstStyle/>
          <a:p>
            <a:endParaRPr lang="en-US"/>
          </a:p>
        </p:txBody>
      </p:sp>
      <p:sp>
        <p:nvSpPr>
          <p:cNvPr id="5" name="Shape 2"/>
          <p:cNvSpPr/>
          <p:nvPr/>
        </p:nvSpPr>
        <p:spPr>
          <a:xfrm>
            <a:off x="320040" y="274321"/>
            <a:ext cx="2926080" cy="384048"/>
          </a:xfrm>
          <a:prstGeom prst="roundRect">
            <a:avLst>
              <a:gd name="adj" fmla="val 14286"/>
            </a:avLst>
          </a:prstGeom>
          <a:solidFill>
            <a:srgbClr val="00ACC1"/>
          </a:solidFill>
          <a:ln w="12700">
            <a:solidFill>
              <a:srgbClr val="00ACC1"/>
            </a:solidFill>
            <a:prstDash val="solid"/>
          </a:ln>
        </p:spPr>
        <p:txBody>
          <a:bodyPr/>
          <a:lstStyle/>
          <a:p>
            <a:endParaRPr lang="en-US"/>
          </a:p>
        </p:txBody>
      </p:sp>
      <p:sp>
        <p:nvSpPr>
          <p:cNvPr id="6" name="Text 3"/>
          <p:cNvSpPr/>
          <p:nvPr/>
        </p:nvSpPr>
        <p:spPr>
          <a:xfrm>
            <a:off x="320040" y="274321"/>
            <a:ext cx="2926080" cy="384048"/>
          </a:xfrm>
          <a:prstGeom prst="rect">
            <a:avLst/>
          </a:prstGeom>
          <a:noFill/>
          <a:ln/>
        </p:spPr>
        <p:txBody>
          <a:bodyPr wrap="square" lIns="0" tIns="0" rIns="0" bIns="0" rtlCol="0" anchor="ctr"/>
          <a:lstStyle/>
          <a:p>
            <a:pPr algn="ctr"/>
            <a:r>
              <a:rPr lang="en-US" sz="1100" b="1" dirty="0">
                <a:solidFill>
                  <a:srgbClr val="FFFFFF"/>
                </a:solidFill>
              </a:rPr>
              <a:t>ME 1212  ·  Group 3-1  ·  Spring 2026</a:t>
            </a:r>
            <a:endParaRPr lang="en-US" sz="1100" dirty="0"/>
          </a:p>
        </p:txBody>
      </p:sp>
      <p:sp>
        <p:nvSpPr>
          <p:cNvPr id="7" name="Text 4"/>
          <p:cNvSpPr/>
          <p:nvPr/>
        </p:nvSpPr>
        <p:spPr>
          <a:xfrm>
            <a:off x="274320" y="960121"/>
            <a:ext cx="4572000" cy="1005840"/>
          </a:xfrm>
          <a:prstGeom prst="rect">
            <a:avLst/>
          </a:prstGeom>
          <a:noFill/>
          <a:ln/>
        </p:spPr>
        <p:txBody>
          <a:bodyPr wrap="square" rtlCol="0" anchor="ctr"/>
          <a:lstStyle/>
          <a:p>
            <a:r>
              <a:rPr lang="en-US" sz="4800" b="1" dirty="0">
                <a:solidFill>
                  <a:srgbClr val="FFFFFF"/>
                </a:solidFill>
                <a:latin typeface="Calibri" pitchFamily="34" charset="0"/>
                <a:ea typeface="Calibri" pitchFamily="34" charset="-122"/>
                <a:cs typeface="Calibri" pitchFamily="34" charset="-120"/>
              </a:rPr>
              <a:t>Human Interfaces</a:t>
            </a:r>
            <a:endParaRPr lang="en-US" sz="4800" dirty="0"/>
          </a:p>
        </p:txBody>
      </p:sp>
      <p:sp>
        <p:nvSpPr>
          <p:cNvPr id="8" name="Text 5"/>
          <p:cNvSpPr/>
          <p:nvPr/>
        </p:nvSpPr>
        <p:spPr>
          <a:xfrm>
            <a:off x="274320" y="1874521"/>
            <a:ext cx="4572000" cy="914400"/>
          </a:xfrm>
          <a:prstGeom prst="rect">
            <a:avLst/>
          </a:prstGeom>
          <a:noFill/>
          <a:ln/>
        </p:spPr>
        <p:txBody>
          <a:bodyPr wrap="square" rtlCol="0" anchor="ctr"/>
          <a:lstStyle/>
          <a:p>
            <a:r>
              <a:rPr lang="en-US" sz="4800" b="1" dirty="0">
                <a:solidFill>
                  <a:srgbClr val="42A5F5"/>
                </a:solidFill>
                <a:latin typeface="Calibri" pitchFamily="34" charset="0"/>
                <a:ea typeface="Calibri" pitchFamily="34" charset="-122"/>
                <a:cs typeface="Calibri" pitchFamily="34" charset="-120"/>
              </a:rPr>
              <a:t>System</a:t>
            </a:r>
            <a:endParaRPr lang="en-US" sz="4800" dirty="0"/>
          </a:p>
        </p:txBody>
      </p:sp>
      <p:sp>
        <p:nvSpPr>
          <p:cNvPr id="9" name="Text 6"/>
          <p:cNvSpPr/>
          <p:nvPr/>
        </p:nvSpPr>
        <p:spPr>
          <a:xfrm>
            <a:off x="274320" y="2852929"/>
            <a:ext cx="4572000" cy="411480"/>
          </a:xfrm>
          <a:prstGeom prst="rect">
            <a:avLst/>
          </a:prstGeom>
          <a:noFill/>
          <a:ln/>
        </p:spPr>
        <p:txBody>
          <a:bodyPr wrap="square" rtlCol="0" anchor="ctr"/>
          <a:lstStyle/>
          <a:p>
            <a:r>
              <a:rPr lang="en-US" sz="1400" i="1" dirty="0">
                <a:solidFill>
                  <a:srgbClr val="90A4AE"/>
                </a:solidFill>
              </a:rPr>
              <a:t>Inalsa Orbital (Rotary) Sander — Reverse Engineering</a:t>
            </a:r>
            <a:endParaRPr lang="en-US" sz="1400" dirty="0"/>
          </a:p>
        </p:txBody>
      </p:sp>
      <p:sp>
        <p:nvSpPr>
          <p:cNvPr id="10" name="Text 7"/>
          <p:cNvSpPr/>
          <p:nvPr/>
        </p:nvSpPr>
        <p:spPr>
          <a:xfrm>
            <a:off x="274320" y="3337561"/>
            <a:ext cx="4572000" cy="320040"/>
          </a:xfrm>
          <a:prstGeom prst="rect">
            <a:avLst/>
          </a:prstGeom>
          <a:noFill/>
          <a:ln/>
        </p:spPr>
        <p:txBody>
          <a:bodyPr wrap="square" rtlCol="0" anchor="ctr"/>
          <a:lstStyle/>
          <a:p>
            <a:r>
              <a:rPr lang="en-US" sz="1300" b="1" dirty="0">
                <a:solidFill>
                  <a:srgbClr val="42A5F5"/>
                </a:solidFill>
              </a:rPr>
              <a:t>Mohamed Kheshouei  ·  Dex Watson</a:t>
            </a:r>
            <a:endParaRPr lang="en-US" sz="1300" dirty="0"/>
          </a:p>
        </p:txBody>
      </p:sp>
      <p:sp>
        <p:nvSpPr>
          <p:cNvPr id="11" name="Shape 8"/>
          <p:cNvSpPr/>
          <p:nvPr/>
        </p:nvSpPr>
        <p:spPr>
          <a:xfrm>
            <a:off x="0" y="4800601"/>
            <a:ext cx="9144000" cy="342900"/>
          </a:xfrm>
          <a:prstGeom prst="rect">
            <a:avLst/>
          </a:prstGeom>
          <a:solidFill>
            <a:srgbClr val="1565C0"/>
          </a:solidFill>
          <a:ln w="12700">
            <a:solidFill>
              <a:srgbClr val="1565C0"/>
            </a:solidFill>
            <a:prstDash val="solid"/>
          </a:ln>
        </p:spPr>
        <p:txBody>
          <a:bodyPr/>
          <a:lstStyle/>
          <a:p>
            <a:endParaRPr lang="en-US"/>
          </a:p>
        </p:txBody>
      </p:sp>
      <p:sp>
        <p:nvSpPr>
          <p:cNvPr id="12" name="Text 9"/>
          <p:cNvSpPr/>
          <p:nvPr/>
        </p:nvSpPr>
        <p:spPr>
          <a:xfrm>
            <a:off x="0" y="4800601"/>
            <a:ext cx="9144000" cy="342900"/>
          </a:xfrm>
          <a:prstGeom prst="rect">
            <a:avLst/>
          </a:prstGeom>
          <a:noFill/>
          <a:ln/>
        </p:spPr>
        <p:txBody>
          <a:bodyPr wrap="square" lIns="0" tIns="0" rIns="0" bIns="0" rtlCol="0" anchor="ctr"/>
          <a:lstStyle/>
          <a:p>
            <a:pPr algn="ctr"/>
            <a:r>
              <a:rPr lang="en-US" sz="1100" dirty="0">
                <a:solidFill>
                  <a:srgbClr val="FFFFFF"/>
                </a:solidFill>
              </a:rPr>
              <a:t>Form · Fit · Function · Improvement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1"/>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1"/>
            <a:ext cx="8503920" cy="685800"/>
          </a:xfrm>
          <a:prstGeom prst="rect">
            <a:avLst/>
          </a:prstGeom>
          <a:noFill/>
          <a:ln/>
        </p:spPr>
        <p:txBody>
          <a:bodyPr wrap="square" lIns="0" tIns="0" rIns="0" bIns="0" rtlCol="0" anchor="ctr"/>
          <a:lstStyle/>
          <a:p>
            <a:r>
              <a:rPr lang="en-US" sz="2200" b="1" dirty="0">
                <a:solidFill>
                  <a:srgbClr val="FFFFFF"/>
                </a:solidFill>
              </a:rPr>
              <a:t>What Is the Human Interfaces System?</a:t>
            </a:r>
            <a:endParaRPr lang="en-US" sz="2200" dirty="0"/>
          </a:p>
        </p:txBody>
      </p:sp>
      <p:sp>
        <p:nvSpPr>
          <p:cNvPr id="4" name="Shape 2"/>
          <p:cNvSpPr/>
          <p:nvPr/>
        </p:nvSpPr>
        <p:spPr>
          <a:xfrm>
            <a:off x="228600" y="868681"/>
            <a:ext cx="5120640" cy="868680"/>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228600" y="868681"/>
            <a:ext cx="54864" cy="868680"/>
          </a:xfrm>
          <a:prstGeom prst="rect">
            <a:avLst/>
          </a:prstGeom>
          <a:solidFill>
            <a:srgbClr val="1565C0"/>
          </a:solidFill>
          <a:ln w="12700">
            <a:solidFill>
              <a:srgbClr val="1565C0"/>
            </a:solidFill>
            <a:prstDash val="solid"/>
          </a:ln>
        </p:spPr>
        <p:txBody>
          <a:bodyPr/>
          <a:lstStyle/>
          <a:p>
            <a:endParaRPr lang="en-US"/>
          </a:p>
        </p:txBody>
      </p:sp>
      <p:sp>
        <p:nvSpPr>
          <p:cNvPr id="6" name="Shape 4"/>
          <p:cNvSpPr/>
          <p:nvPr/>
        </p:nvSpPr>
        <p:spPr>
          <a:xfrm>
            <a:off x="384048" y="1051561"/>
            <a:ext cx="502920" cy="502920"/>
          </a:xfrm>
          <a:prstGeom prst="ellipse">
            <a:avLst/>
          </a:prstGeom>
          <a:solidFill>
            <a:srgbClr val="1565C0"/>
          </a:solidFill>
          <a:ln w="12700">
            <a:solidFill>
              <a:srgbClr val="1565C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57200" y="1115569"/>
            <a:ext cx="347472" cy="347472"/>
          </a:xfrm>
          <a:prstGeom prst="rect">
            <a:avLst/>
          </a:prstGeom>
        </p:spPr>
      </p:pic>
      <p:sp>
        <p:nvSpPr>
          <p:cNvPr id="8" name="Text 5"/>
          <p:cNvSpPr/>
          <p:nvPr/>
        </p:nvSpPr>
        <p:spPr>
          <a:xfrm>
            <a:off x="1005840" y="941833"/>
            <a:ext cx="4206240" cy="274320"/>
          </a:xfrm>
          <a:prstGeom prst="rect">
            <a:avLst/>
          </a:prstGeom>
          <a:noFill/>
          <a:ln/>
        </p:spPr>
        <p:txBody>
          <a:bodyPr wrap="square" lIns="0" tIns="0" rIns="0" bIns="0" rtlCol="0" anchor="ctr"/>
          <a:lstStyle/>
          <a:p>
            <a:r>
              <a:rPr lang="en-US" sz="1300" b="1" dirty="0">
                <a:solidFill>
                  <a:srgbClr val="0D1B2A"/>
                </a:solidFill>
              </a:rPr>
              <a:t>Outer Housing / Grip</a:t>
            </a:r>
            <a:endParaRPr lang="en-US" sz="1300" dirty="0"/>
          </a:p>
        </p:txBody>
      </p:sp>
      <p:sp>
        <p:nvSpPr>
          <p:cNvPr id="9" name="Text 6"/>
          <p:cNvSpPr/>
          <p:nvPr/>
        </p:nvSpPr>
        <p:spPr>
          <a:xfrm>
            <a:off x="1005840" y="1234441"/>
            <a:ext cx="4206240" cy="438912"/>
          </a:xfrm>
          <a:prstGeom prst="rect">
            <a:avLst/>
          </a:prstGeom>
          <a:noFill/>
          <a:ln/>
        </p:spPr>
        <p:txBody>
          <a:bodyPr wrap="square" lIns="0" tIns="0" rIns="0" bIns="0" rtlCol="0" anchor="ctr"/>
          <a:lstStyle/>
          <a:p>
            <a:r>
              <a:rPr lang="en-US" sz="1051" dirty="0">
                <a:solidFill>
                  <a:srgbClr val="455A64"/>
                </a:solidFill>
              </a:rPr>
              <a:t>Ergonomic 2-piece plastic shell — 172.2 mm long, tapered grip with longitudinal ridges</a:t>
            </a:r>
            <a:endParaRPr lang="en-US" sz="1051" dirty="0"/>
          </a:p>
        </p:txBody>
      </p:sp>
      <p:sp>
        <p:nvSpPr>
          <p:cNvPr id="10" name="Shape 7"/>
          <p:cNvSpPr/>
          <p:nvPr/>
        </p:nvSpPr>
        <p:spPr>
          <a:xfrm>
            <a:off x="228600" y="1874521"/>
            <a:ext cx="5120640" cy="868680"/>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8"/>
          <p:cNvSpPr/>
          <p:nvPr/>
        </p:nvSpPr>
        <p:spPr>
          <a:xfrm>
            <a:off x="228600" y="1874521"/>
            <a:ext cx="54864" cy="868680"/>
          </a:xfrm>
          <a:prstGeom prst="rect">
            <a:avLst/>
          </a:prstGeom>
          <a:solidFill>
            <a:srgbClr val="00ACC1"/>
          </a:solidFill>
          <a:ln w="12700">
            <a:solidFill>
              <a:srgbClr val="00ACC1"/>
            </a:solidFill>
            <a:prstDash val="solid"/>
          </a:ln>
        </p:spPr>
        <p:txBody>
          <a:bodyPr/>
          <a:lstStyle/>
          <a:p>
            <a:endParaRPr lang="en-US"/>
          </a:p>
        </p:txBody>
      </p:sp>
      <p:sp>
        <p:nvSpPr>
          <p:cNvPr id="12" name="Shape 9"/>
          <p:cNvSpPr/>
          <p:nvPr/>
        </p:nvSpPr>
        <p:spPr>
          <a:xfrm>
            <a:off x="384048" y="2057401"/>
            <a:ext cx="502920" cy="502920"/>
          </a:xfrm>
          <a:prstGeom prst="ellipse">
            <a:avLst/>
          </a:prstGeom>
          <a:solidFill>
            <a:srgbClr val="00ACC1"/>
          </a:solidFill>
          <a:ln w="12700">
            <a:solidFill>
              <a:srgbClr val="00ACC1"/>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57200" y="2121409"/>
            <a:ext cx="347472" cy="347472"/>
          </a:xfrm>
          <a:prstGeom prst="rect">
            <a:avLst/>
          </a:prstGeom>
        </p:spPr>
      </p:pic>
      <p:sp>
        <p:nvSpPr>
          <p:cNvPr id="14" name="Text 10"/>
          <p:cNvSpPr/>
          <p:nvPr/>
        </p:nvSpPr>
        <p:spPr>
          <a:xfrm>
            <a:off x="1005840" y="1947673"/>
            <a:ext cx="4206240" cy="274320"/>
          </a:xfrm>
          <a:prstGeom prst="rect">
            <a:avLst/>
          </a:prstGeom>
          <a:noFill/>
          <a:ln/>
        </p:spPr>
        <p:txBody>
          <a:bodyPr wrap="square" lIns="0" tIns="0" rIns="0" bIns="0" rtlCol="0" anchor="ctr"/>
          <a:lstStyle/>
          <a:p>
            <a:r>
              <a:rPr lang="en-US" sz="1300" b="1" dirty="0">
                <a:solidFill>
                  <a:srgbClr val="0D1B2A"/>
                </a:solidFill>
              </a:rPr>
              <a:t>On/Off Rocker Switch</a:t>
            </a:r>
            <a:endParaRPr lang="en-US" sz="1300" dirty="0"/>
          </a:p>
        </p:txBody>
      </p:sp>
      <p:sp>
        <p:nvSpPr>
          <p:cNvPr id="15" name="Text 11"/>
          <p:cNvSpPr/>
          <p:nvPr/>
        </p:nvSpPr>
        <p:spPr>
          <a:xfrm>
            <a:off x="1005840" y="2240281"/>
            <a:ext cx="4206240" cy="438912"/>
          </a:xfrm>
          <a:prstGeom prst="rect">
            <a:avLst/>
          </a:prstGeom>
          <a:noFill/>
          <a:ln/>
        </p:spPr>
        <p:txBody>
          <a:bodyPr wrap="square" lIns="0" tIns="0" rIns="0" bIns="0" rtlCol="0" anchor="ctr"/>
          <a:lstStyle/>
          <a:p>
            <a:r>
              <a:rPr lang="en-US" sz="1051" dirty="0">
                <a:solidFill>
                  <a:srgbClr val="455A64"/>
                </a:solidFill>
              </a:rPr>
              <a:t>Press once to turn the sander ON, press again to turn it OFF —speed control, from 1-6 fixed speeds only</a:t>
            </a:r>
            <a:endParaRPr lang="en-US" sz="1051" dirty="0"/>
          </a:p>
        </p:txBody>
      </p:sp>
      <p:sp>
        <p:nvSpPr>
          <p:cNvPr id="16" name="Shape 12"/>
          <p:cNvSpPr/>
          <p:nvPr/>
        </p:nvSpPr>
        <p:spPr>
          <a:xfrm>
            <a:off x="228600" y="2880361"/>
            <a:ext cx="5120640" cy="868680"/>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17" name="Shape 13"/>
          <p:cNvSpPr/>
          <p:nvPr/>
        </p:nvSpPr>
        <p:spPr>
          <a:xfrm>
            <a:off x="228600" y="2880361"/>
            <a:ext cx="54864" cy="868680"/>
          </a:xfrm>
          <a:prstGeom prst="rect">
            <a:avLst/>
          </a:prstGeom>
          <a:solidFill>
            <a:srgbClr val="FF6F00"/>
          </a:solidFill>
          <a:ln w="12700">
            <a:solidFill>
              <a:srgbClr val="FF6F00"/>
            </a:solidFill>
            <a:prstDash val="solid"/>
          </a:ln>
        </p:spPr>
        <p:txBody>
          <a:bodyPr/>
          <a:lstStyle/>
          <a:p>
            <a:endParaRPr lang="en-US"/>
          </a:p>
        </p:txBody>
      </p:sp>
      <p:sp>
        <p:nvSpPr>
          <p:cNvPr id="18" name="Shape 14"/>
          <p:cNvSpPr/>
          <p:nvPr/>
        </p:nvSpPr>
        <p:spPr>
          <a:xfrm>
            <a:off x="384048" y="3063241"/>
            <a:ext cx="502920" cy="502920"/>
          </a:xfrm>
          <a:prstGeom prst="ellipse">
            <a:avLst/>
          </a:prstGeom>
          <a:solidFill>
            <a:srgbClr val="FF6F00"/>
          </a:solidFill>
          <a:ln w="12700">
            <a:solidFill>
              <a:srgbClr val="FF6F00"/>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57200" y="3127249"/>
            <a:ext cx="347472" cy="347472"/>
          </a:xfrm>
          <a:prstGeom prst="rect">
            <a:avLst/>
          </a:prstGeom>
        </p:spPr>
      </p:pic>
      <p:sp>
        <p:nvSpPr>
          <p:cNvPr id="20" name="Text 15"/>
          <p:cNvSpPr/>
          <p:nvPr/>
        </p:nvSpPr>
        <p:spPr>
          <a:xfrm>
            <a:off x="1005840" y="2953513"/>
            <a:ext cx="4206240" cy="274320"/>
          </a:xfrm>
          <a:prstGeom prst="rect">
            <a:avLst/>
          </a:prstGeom>
          <a:noFill/>
          <a:ln/>
        </p:spPr>
        <p:txBody>
          <a:bodyPr wrap="square" lIns="0" tIns="0" rIns="0" bIns="0" rtlCol="0" anchor="ctr"/>
          <a:lstStyle/>
          <a:p>
            <a:r>
              <a:rPr lang="en-US" sz="1300" b="1" dirty="0">
                <a:solidFill>
                  <a:srgbClr val="0D1B2A"/>
                </a:solidFill>
              </a:rPr>
              <a:t>Power Cord</a:t>
            </a:r>
            <a:endParaRPr lang="en-US" sz="1300" dirty="0"/>
          </a:p>
        </p:txBody>
      </p:sp>
      <p:sp>
        <p:nvSpPr>
          <p:cNvPr id="21" name="Text 16"/>
          <p:cNvSpPr/>
          <p:nvPr/>
        </p:nvSpPr>
        <p:spPr>
          <a:xfrm>
            <a:off x="1005840" y="3246121"/>
            <a:ext cx="4206240" cy="438912"/>
          </a:xfrm>
          <a:prstGeom prst="rect">
            <a:avLst/>
          </a:prstGeom>
          <a:noFill/>
          <a:ln/>
        </p:spPr>
        <p:txBody>
          <a:bodyPr wrap="square" lIns="0" tIns="0" rIns="0" bIns="0" rtlCol="0" anchor="ctr"/>
          <a:lstStyle/>
          <a:p>
            <a:r>
              <a:rPr lang="en-US" sz="1051" dirty="0">
                <a:solidFill>
                  <a:srgbClr val="455A64"/>
                </a:solidFill>
              </a:rPr>
              <a:t>AC power delivery from wall to motor; 2.4 A rated</a:t>
            </a:r>
            <a:endParaRPr lang="en-US" sz="1051" dirty="0"/>
          </a:p>
        </p:txBody>
      </p:sp>
      <p:sp>
        <p:nvSpPr>
          <p:cNvPr id="22" name="Shape 17"/>
          <p:cNvSpPr/>
          <p:nvPr/>
        </p:nvSpPr>
        <p:spPr>
          <a:xfrm>
            <a:off x="228600" y="3886201"/>
            <a:ext cx="5120640" cy="868680"/>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23" name="Shape 18"/>
          <p:cNvSpPr/>
          <p:nvPr/>
        </p:nvSpPr>
        <p:spPr>
          <a:xfrm>
            <a:off x="228600" y="3886201"/>
            <a:ext cx="54864" cy="868680"/>
          </a:xfrm>
          <a:prstGeom prst="rect">
            <a:avLst/>
          </a:prstGeom>
          <a:solidFill>
            <a:srgbClr val="1A237E"/>
          </a:solidFill>
          <a:ln w="12700">
            <a:solidFill>
              <a:srgbClr val="1A237E"/>
            </a:solidFill>
            <a:prstDash val="solid"/>
          </a:ln>
        </p:spPr>
        <p:txBody>
          <a:bodyPr/>
          <a:lstStyle/>
          <a:p>
            <a:endParaRPr lang="en-US"/>
          </a:p>
        </p:txBody>
      </p:sp>
      <p:sp>
        <p:nvSpPr>
          <p:cNvPr id="24" name="Shape 19"/>
          <p:cNvSpPr/>
          <p:nvPr/>
        </p:nvSpPr>
        <p:spPr>
          <a:xfrm>
            <a:off x="384048" y="4069081"/>
            <a:ext cx="502920" cy="502920"/>
          </a:xfrm>
          <a:prstGeom prst="ellipse">
            <a:avLst/>
          </a:prstGeom>
          <a:solidFill>
            <a:srgbClr val="1A237E"/>
          </a:solidFill>
          <a:ln w="12700">
            <a:solidFill>
              <a:srgbClr val="1A237E"/>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457200" y="4133089"/>
            <a:ext cx="347472" cy="347472"/>
          </a:xfrm>
          <a:prstGeom prst="rect">
            <a:avLst/>
          </a:prstGeom>
        </p:spPr>
      </p:pic>
      <p:sp>
        <p:nvSpPr>
          <p:cNvPr id="26" name="Text 20"/>
          <p:cNvSpPr/>
          <p:nvPr/>
        </p:nvSpPr>
        <p:spPr>
          <a:xfrm>
            <a:off x="1005840" y="3959353"/>
            <a:ext cx="4206240" cy="274320"/>
          </a:xfrm>
          <a:prstGeom prst="rect">
            <a:avLst/>
          </a:prstGeom>
          <a:noFill/>
          <a:ln/>
        </p:spPr>
        <p:txBody>
          <a:bodyPr wrap="square" lIns="0" tIns="0" rIns="0" bIns="0" rtlCol="0" anchor="ctr"/>
          <a:lstStyle/>
          <a:p>
            <a:r>
              <a:rPr lang="en-US" sz="1300" b="1" dirty="0">
                <a:solidFill>
                  <a:srgbClr val="0D1B2A"/>
                </a:solidFill>
              </a:rPr>
              <a:t>Strain Relief Boot</a:t>
            </a:r>
            <a:endParaRPr lang="en-US" sz="1300" dirty="0"/>
          </a:p>
        </p:txBody>
      </p:sp>
      <p:sp>
        <p:nvSpPr>
          <p:cNvPr id="27" name="Text 21"/>
          <p:cNvSpPr/>
          <p:nvPr/>
        </p:nvSpPr>
        <p:spPr>
          <a:xfrm>
            <a:off x="1005840" y="4251961"/>
            <a:ext cx="4206240" cy="438912"/>
          </a:xfrm>
          <a:prstGeom prst="rect">
            <a:avLst/>
          </a:prstGeom>
          <a:noFill/>
          <a:ln/>
        </p:spPr>
        <p:txBody>
          <a:bodyPr wrap="square" lIns="0" tIns="0" rIns="0" bIns="0" rtlCol="0" anchor="ctr"/>
          <a:lstStyle/>
          <a:p>
            <a:r>
              <a:rPr lang="en-US" sz="1051" dirty="0">
                <a:solidFill>
                  <a:srgbClr val="455A64"/>
                </a:solidFill>
              </a:rPr>
              <a:t>Rubber boot at cord entry — prevents fatigue cracking at highest-stress flex point</a:t>
            </a:r>
            <a:endParaRPr lang="en-US" sz="1051" dirty="0"/>
          </a:p>
        </p:txBody>
      </p:sp>
      <p:sp>
        <p:nvSpPr>
          <p:cNvPr id="28" name="Shape 22"/>
          <p:cNvSpPr/>
          <p:nvPr/>
        </p:nvSpPr>
        <p:spPr>
          <a:xfrm>
            <a:off x="5577840" y="777241"/>
            <a:ext cx="3337560" cy="4114800"/>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pic>
        <p:nvPicPr>
          <p:cNvPr id="29" name="Image 4" descr="preencoded.png"/>
          <p:cNvPicPr>
            <a:picLocks noChangeAspect="1"/>
          </p:cNvPicPr>
          <p:nvPr/>
        </p:nvPicPr>
        <p:blipFill>
          <a:blip r:embed="rId7"/>
          <a:srcRect/>
          <a:stretch/>
        </p:blipFill>
        <p:spPr>
          <a:xfrm>
            <a:off x="5623560" y="822961"/>
            <a:ext cx="3246120" cy="3291840"/>
          </a:xfrm>
          <a:prstGeom prst="rect">
            <a:avLst/>
          </a:prstGeom>
        </p:spPr>
      </p:pic>
      <p:sp>
        <p:nvSpPr>
          <p:cNvPr id="30" name="Text 23"/>
          <p:cNvSpPr/>
          <p:nvPr/>
        </p:nvSpPr>
        <p:spPr>
          <a:xfrm>
            <a:off x="5577840" y="4133089"/>
            <a:ext cx="3337560" cy="274320"/>
          </a:xfrm>
          <a:prstGeom prst="rect">
            <a:avLst/>
          </a:prstGeom>
          <a:noFill/>
          <a:ln/>
        </p:spPr>
        <p:txBody>
          <a:bodyPr wrap="square" lIns="0" tIns="0" rIns="0" bIns="0" rtlCol="0" anchor="ctr"/>
          <a:lstStyle/>
          <a:p>
            <a:pPr algn="ctr"/>
            <a:r>
              <a:rPr lang="en-US" sz="900" i="1" dirty="0">
                <a:solidFill>
                  <a:srgbClr val="90A4AE"/>
                </a:solidFill>
              </a:rPr>
              <a:t>Fusion 360 — Full Sander Assembly</a:t>
            </a:r>
            <a:endParaRPr lang="en-US" sz="900" dirty="0"/>
          </a:p>
        </p:txBody>
      </p:sp>
      <p:sp>
        <p:nvSpPr>
          <p:cNvPr id="31" name="Shape 24"/>
          <p:cNvSpPr/>
          <p:nvPr/>
        </p:nvSpPr>
        <p:spPr>
          <a:xfrm>
            <a:off x="5577840" y="4681729"/>
            <a:ext cx="3337560" cy="320040"/>
          </a:xfrm>
          <a:prstGeom prst="roundRect">
            <a:avLst>
              <a:gd name="adj" fmla="val 14286"/>
            </a:avLst>
          </a:prstGeom>
          <a:solidFill>
            <a:srgbClr val="1565C0"/>
          </a:solidFill>
          <a:ln w="12700">
            <a:solidFill>
              <a:srgbClr val="1565C0"/>
            </a:solidFill>
            <a:prstDash val="solid"/>
          </a:ln>
        </p:spPr>
        <p:txBody>
          <a:bodyPr/>
          <a:lstStyle/>
          <a:p>
            <a:endParaRPr lang="en-US"/>
          </a:p>
        </p:txBody>
      </p:sp>
      <p:sp>
        <p:nvSpPr>
          <p:cNvPr id="32" name="Text 25"/>
          <p:cNvSpPr/>
          <p:nvPr/>
        </p:nvSpPr>
        <p:spPr>
          <a:xfrm>
            <a:off x="5577840" y="4681729"/>
            <a:ext cx="3337560" cy="320040"/>
          </a:xfrm>
          <a:prstGeom prst="rect">
            <a:avLst/>
          </a:prstGeom>
          <a:noFill/>
          <a:ln/>
        </p:spPr>
        <p:txBody>
          <a:bodyPr wrap="square" lIns="0" tIns="0" rIns="0" bIns="0" rtlCol="0" anchor="ctr"/>
          <a:lstStyle/>
          <a:p>
            <a:pPr algn="ctr"/>
            <a:r>
              <a:rPr lang="en-US" sz="1000" b="1" dirty="0">
                <a:solidFill>
                  <a:srgbClr val="FFFFFF"/>
                </a:solidFill>
              </a:rPr>
              <a:t>Fulfills: Control / Regulate Inputted Energy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1"/>
            <a:ext cx="9144000" cy="685800"/>
          </a:xfrm>
          <a:prstGeom prst="rect">
            <a:avLst/>
          </a:prstGeom>
          <a:solidFill>
            <a:srgbClr val="1565C0"/>
          </a:solidFill>
          <a:ln w="12700">
            <a:solidFill>
              <a:srgbClr val="1565C0"/>
            </a:solidFill>
            <a:prstDash val="solid"/>
          </a:ln>
        </p:spPr>
        <p:txBody>
          <a:bodyPr/>
          <a:lstStyle/>
          <a:p>
            <a:endParaRPr lang="en-US"/>
          </a:p>
        </p:txBody>
      </p:sp>
      <p:sp>
        <p:nvSpPr>
          <p:cNvPr id="3" name="Text 1"/>
          <p:cNvSpPr/>
          <p:nvPr/>
        </p:nvSpPr>
        <p:spPr>
          <a:xfrm>
            <a:off x="320040" y="1"/>
            <a:ext cx="8503920" cy="685800"/>
          </a:xfrm>
          <a:prstGeom prst="rect">
            <a:avLst/>
          </a:prstGeom>
          <a:noFill/>
          <a:ln/>
        </p:spPr>
        <p:txBody>
          <a:bodyPr wrap="square" lIns="0" tIns="0" rIns="0" bIns="0" rtlCol="0" anchor="ctr"/>
          <a:lstStyle/>
          <a:p>
            <a:r>
              <a:rPr lang="en-US" sz="2200" b="1" dirty="0">
                <a:solidFill>
                  <a:srgbClr val="FFFFFF"/>
                </a:solidFill>
              </a:rPr>
              <a:t>Form — What Does It Look Like?</a:t>
            </a:r>
            <a:endParaRPr lang="en-US" sz="2200" dirty="0"/>
          </a:p>
        </p:txBody>
      </p:sp>
      <p:sp>
        <p:nvSpPr>
          <p:cNvPr id="4" name="Shape 2"/>
          <p:cNvSpPr/>
          <p:nvPr/>
        </p:nvSpPr>
        <p:spPr>
          <a:xfrm>
            <a:off x="228600" y="804673"/>
            <a:ext cx="4754880" cy="4069080"/>
          </a:xfrm>
          <a:prstGeom prst="rect">
            <a:avLst/>
          </a:prstGeom>
          <a:solidFill>
            <a:srgbClr val="FFFFFF"/>
          </a:solidFill>
          <a:ln w="1270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pic>
        <p:nvPicPr>
          <p:cNvPr id="5" name="Image 0" descr="preencoded.png"/>
          <p:cNvPicPr>
            <a:picLocks noChangeAspect="1"/>
          </p:cNvPicPr>
          <p:nvPr/>
        </p:nvPicPr>
        <p:blipFill>
          <a:blip r:embed="rId3"/>
          <a:srcRect/>
          <a:stretch/>
        </p:blipFill>
        <p:spPr>
          <a:xfrm>
            <a:off x="274320" y="841249"/>
            <a:ext cx="4663440" cy="3749040"/>
          </a:xfrm>
          <a:prstGeom prst="rect">
            <a:avLst/>
          </a:prstGeom>
        </p:spPr>
      </p:pic>
      <p:sp>
        <p:nvSpPr>
          <p:cNvPr id="6" name="Text 3"/>
          <p:cNvSpPr/>
          <p:nvPr/>
        </p:nvSpPr>
        <p:spPr>
          <a:xfrm>
            <a:off x="228600" y="4617721"/>
            <a:ext cx="4754880" cy="228600"/>
          </a:xfrm>
          <a:prstGeom prst="rect">
            <a:avLst/>
          </a:prstGeom>
          <a:noFill/>
          <a:ln/>
        </p:spPr>
        <p:txBody>
          <a:bodyPr wrap="square" lIns="0" tIns="0" rIns="0" bIns="0" rtlCol="0" anchor="ctr"/>
          <a:lstStyle/>
          <a:p>
            <a:pPr algn="ctr"/>
            <a:r>
              <a:rPr lang="en-US" sz="851" i="1" dirty="0">
                <a:solidFill>
                  <a:srgbClr val="90A4AE"/>
                </a:solidFill>
              </a:rPr>
              <a:t>Figure 7 — Housing Dimensioned Drawing (M. Kheshouei)</a:t>
            </a:r>
            <a:endParaRPr lang="en-US" sz="851" dirty="0"/>
          </a:p>
        </p:txBody>
      </p:sp>
      <p:sp>
        <p:nvSpPr>
          <p:cNvPr id="7" name="Text 4"/>
          <p:cNvSpPr/>
          <p:nvPr/>
        </p:nvSpPr>
        <p:spPr>
          <a:xfrm>
            <a:off x="5212080" y="804673"/>
            <a:ext cx="3703320" cy="347472"/>
          </a:xfrm>
          <a:prstGeom prst="rect">
            <a:avLst/>
          </a:prstGeom>
          <a:noFill/>
          <a:ln/>
        </p:spPr>
        <p:txBody>
          <a:bodyPr wrap="square" rtlCol="0" anchor="ctr"/>
          <a:lstStyle/>
          <a:p>
            <a:r>
              <a:rPr lang="en-US" sz="1500" b="1" dirty="0">
                <a:solidFill>
                  <a:srgbClr val="0D1B2A"/>
                </a:solidFill>
              </a:rPr>
              <a:t>Key Dimensions</a:t>
            </a:r>
            <a:endParaRPr lang="en-US" sz="1500" dirty="0"/>
          </a:p>
        </p:txBody>
      </p:sp>
      <p:sp>
        <p:nvSpPr>
          <p:cNvPr id="8" name="Shape 5"/>
          <p:cNvSpPr/>
          <p:nvPr/>
        </p:nvSpPr>
        <p:spPr>
          <a:xfrm>
            <a:off x="5212080" y="1234441"/>
            <a:ext cx="3703320" cy="512064"/>
          </a:xfrm>
          <a:prstGeom prst="rect">
            <a:avLst/>
          </a:prstGeom>
          <a:solidFill>
            <a:srgbClr val="FFFFFF"/>
          </a:solidFill>
          <a:ln w="6350">
            <a:solidFill>
              <a:srgbClr val="D0D8E0"/>
            </a:solidFill>
            <a:prstDash val="solid"/>
          </a:ln>
        </p:spPr>
        <p:txBody>
          <a:bodyPr/>
          <a:lstStyle/>
          <a:p>
            <a:endParaRPr lang="en-US"/>
          </a:p>
        </p:txBody>
      </p:sp>
      <p:sp>
        <p:nvSpPr>
          <p:cNvPr id="9" name="Text 6"/>
          <p:cNvSpPr/>
          <p:nvPr/>
        </p:nvSpPr>
        <p:spPr>
          <a:xfrm>
            <a:off x="5303520" y="1271017"/>
            <a:ext cx="3657600" cy="219456"/>
          </a:xfrm>
          <a:prstGeom prst="rect">
            <a:avLst/>
          </a:prstGeom>
          <a:noFill/>
          <a:ln/>
        </p:spPr>
        <p:txBody>
          <a:bodyPr wrap="square" lIns="0" tIns="0" rIns="0" bIns="0" rtlCol="0" anchor="ctr"/>
          <a:lstStyle/>
          <a:p>
            <a:r>
              <a:rPr lang="en-US" sz="1051" b="1" dirty="0">
                <a:solidFill>
                  <a:srgbClr val="0D1B2A"/>
                </a:solidFill>
              </a:rPr>
              <a:t>Length</a:t>
            </a:r>
            <a:endParaRPr lang="en-US" sz="1051" dirty="0"/>
          </a:p>
        </p:txBody>
      </p:sp>
      <p:sp>
        <p:nvSpPr>
          <p:cNvPr id="10" name="Text 7"/>
          <p:cNvSpPr/>
          <p:nvPr/>
        </p:nvSpPr>
        <p:spPr>
          <a:xfrm>
            <a:off x="5303520" y="1490473"/>
            <a:ext cx="3657600" cy="201168"/>
          </a:xfrm>
          <a:prstGeom prst="rect">
            <a:avLst/>
          </a:prstGeom>
          <a:noFill/>
          <a:ln/>
        </p:spPr>
        <p:txBody>
          <a:bodyPr wrap="square" lIns="0" tIns="0" rIns="0" bIns="0" rtlCol="0" anchor="ctr"/>
          <a:lstStyle/>
          <a:p>
            <a:r>
              <a:rPr lang="en-US" sz="1000" dirty="0">
                <a:solidFill>
                  <a:srgbClr val="1565C0"/>
                </a:solidFill>
              </a:rPr>
              <a:t>172.2 mm</a:t>
            </a:r>
            <a:endParaRPr lang="en-US" sz="1000" dirty="0"/>
          </a:p>
        </p:txBody>
      </p:sp>
      <p:sp>
        <p:nvSpPr>
          <p:cNvPr id="11" name="Shape 8"/>
          <p:cNvSpPr/>
          <p:nvPr/>
        </p:nvSpPr>
        <p:spPr>
          <a:xfrm>
            <a:off x="5212080" y="1828801"/>
            <a:ext cx="3703320" cy="512064"/>
          </a:xfrm>
          <a:prstGeom prst="rect">
            <a:avLst/>
          </a:prstGeom>
          <a:solidFill>
            <a:srgbClr val="E8F0FE"/>
          </a:solidFill>
          <a:ln w="6350">
            <a:solidFill>
              <a:srgbClr val="D0D8E0"/>
            </a:solidFill>
            <a:prstDash val="solid"/>
          </a:ln>
        </p:spPr>
        <p:txBody>
          <a:bodyPr/>
          <a:lstStyle/>
          <a:p>
            <a:endParaRPr lang="en-US"/>
          </a:p>
        </p:txBody>
      </p:sp>
      <p:sp>
        <p:nvSpPr>
          <p:cNvPr id="12" name="Text 9"/>
          <p:cNvSpPr/>
          <p:nvPr/>
        </p:nvSpPr>
        <p:spPr>
          <a:xfrm>
            <a:off x="5303520" y="1865377"/>
            <a:ext cx="3657600" cy="219456"/>
          </a:xfrm>
          <a:prstGeom prst="rect">
            <a:avLst/>
          </a:prstGeom>
          <a:noFill/>
          <a:ln/>
        </p:spPr>
        <p:txBody>
          <a:bodyPr wrap="square" lIns="0" tIns="0" rIns="0" bIns="0" rtlCol="0" anchor="ctr"/>
          <a:lstStyle/>
          <a:p>
            <a:r>
              <a:rPr lang="en-US" sz="1051" b="1" dirty="0">
                <a:solidFill>
                  <a:srgbClr val="0D1B2A"/>
                </a:solidFill>
              </a:rPr>
              <a:t>Width (motor section)</a:t>
            </a:r>
            <a:endParaRPr lang="en-US" sz="1051" dirty="0"/>
          </a:p>
        </p:txBody>
      </p:sp>
      <p:sp>
        <p:nvSpPr>
          <p:cNvPr id="13" name="Text 10"/>
          <p:cNvSpPr/>
          <p:nvPr/>
        </p:nvSpPr>
        <p:spPr>
          <a:xfrm>
            <a:off x="5303520" y="2084833"/>
            <a:ext cx="3657600" cy="201168"/>
          </a:xfrm>
          <a:prstGeom prst="rect">
            <a:avLst/>
          </a:prstGeom>
          <a:noFill/>
          <a:ln/>
        </p:spPr>
        <p:txBody>
          <a:bodyPr wrap="square" lIns="0" tIns="0" rIns="0" bIns="0" rtlCol="0" anchor="ctr"/>
          <a:lstStyle/>
          <a:p>
            <a:r>
              <a:rPr lang="en-US" sz="1000" dirty="0">
                <a:solidFill>
                  <a:srgbClr val="1565C0"/>
                </a:solidFill>
              </a:rPr>
              <a:t>143.34 mm</a:t>
            </a:r>
            <a:endParaRPr lang="en-US" sz="1000" dirty="0"/>
          </a:p>
        </p:txBody>
      </p:sp>
      <p:sp>
        <p:nvSpPr>
          <p:cNvPr id="14" name="Shape 11"/>
          <p:cNvSpPr/>
          <p:nvPr/>
        </p:nvSpPr>
        <p:spPr>
          <a:xfrm>
            <a:off x="5212080" y="2423161"/>
            <a:ext cx="3703320" cy="512064"/>
          </a:xfrm>
          <a:prstGeom prst="rect">
            <a:avLst/>
          </a:prstGeom>
          <a:solidFill>
            <a:srgbClr val="FFFFFF"/>
          </a:solidFill>
          <a:ln w="6350">
            <a:solidFill>
              <a:srgbClr val="D0D8E0"/>
            </a:solidFill>
            <a:prstDash val="solid"/>
          </a:ln>
        </p:spPr>
        <p:txBody>
          <a:bodyPr/>
          <a:lstStyle/>
          <a:p>
            <a:endParaRPr lang="en-US"/>
          </a:p>
        </p:txBody>
      </p:sp>
      <p:sp>
        <p:nvSpPr>
          <p:cNvPr id="15" name="Text 12"/>
          <p:cNvSpPr/>
          <p:nvPr/>
        </p:nvSpPr>
        <p:spPr>
          <a:xfrm>
            <a:off x="5303520" y="2459737"/>
            <a:ext cx="3657600" cy="219456"/>
          </a:xfrm>
          <a:prstGeom prst="rect">
            <a:avLst/>
          </a:prstGeom>
          <a:noFill/>
          <a:ln/>
        </p:spPr>
        <p:txBody>
          <a:bodyPr wrap="square" lIns="0" tIns="0" rIns="0" bIns="0" rtlCol="0" anchor="ctr"/>
          <a:lstStyle/>
          <a:p>
            <a:r>
              <a:rPr lang="en-US" sz="1051" b="1" dirty="0">
                <a:solidFill>
                  <a:srgbClr val="0D1B2A"/>
                </a:solidFill>
              </a:rPr>
              <a:t>Height</a:t>
            </a:r>
            <a:endParaRPr lang="en-US" sz="1051" dirty="0"/>
          </a:p>
        </p:txBody>
      </p:sp>
      <p:sp>
        <p:nvSpPr>
          <p:cNvPr id="16" name="Text 13"/>
          <p:cNvSpPr/>
          <p:nvPr/>
        </p:nvSpPr>
        <p:spPr>
          <a:xfrm>
            <a:off x="5303520" y="2679193"/>
            <a:ext cx="3657600" cy="201168"/>
          </a:xfrm>
          <a:prstGeom prst="rect">
            <a:avLst/>
          </a:prstGeom>
          <a:noFill/>
          <a:ln/>
        </p:spPr>
        <p:txBody>
          <a:bodyPr wrap="square" lIns="0" tIns="0" rIns="0" bIns="0" rtlCol="0" anchor="ctr"/>
          <a:lstStyle/>
          <a:p>
            <a:r>
              <a:rPr lang="en-US" sz="1000" dirty="0">
                <a:solidFill>
                  <a:srgbClr val="1565C0"/>
                </a:solidFill>
              </a:rPr>
              <a:t>116 mm</a:t>
            </a:r>
            <a:endParaRPr lang="en-US" sz="1000" dirty="0"/>
          </a:p>
        </p:txBody>
      </p:sp>
      <p:sp>
        <p:nvSpPr>
          <p:cNvPr id="17" name="Shape 14"/>
          <p:cNvSpPr/>
          <p:nvPr/>
        </p:nvSpPr>
        <p:spPr>
          <a:xfrm>
            <a:off x="5212080" y="3017521"/>
            <a:ext cx="3703320" cy="512064"/>
          </a:xfrm>
          <a:prstGeom prst="rect">
            <a:avLst/>
          </a:prstGeom>
          <a:solidFill>
            <a:srgbClr val="E8F0FE"/>
          </a:solidFill>
          <a:ln w="6350">
            <a:solidFill>
              <a:srgbClr val="D0D8E0"/>
            </a:solidFill>
            <a:prstDash val="solid"/>
          </a:ln>
        </p:spPr>
        <p:txBody>
          <a:bodyPr/>
          <a:lstStyle/>
          <a:p>
            <a:endParaRPr lang="en-US"/>
          </a:p>
        </p:txBody>
      </p:sp>
      <p:sp>
        <p:nvSpPr>
          <p:cNvPr id="18" name="Text 15"/>
          <p:cNvSpPr/>
          <p:nvPr/>
        </p:nvSpPr>
        <p:spPr>
          <a:xfrm>
            <a:off x="5303520" y="3054097"/>
            <a:ext cx="3657600" cy="219456"/>
          </a:xfrm>
          <a:prstGeom prst="rect">
            <a:avLst/>
          </a:prstGeom>
          <a:noFill/>
          <a:ln/>
        </p:spPr>
        <p:txBody>
          <a:bodyPr wrap="square" lIns="0" tIns="0" rIns="0" bIns="0" rtlCol="0" anchor="ctr"/>
          <a:lstStyle/>
          <a:p>
            <a:r>
              <a:rPr lang="en-US" sz="1051" b="1" dirty="0">
                <a:solidFill>
                  <a:srgbClr val="0D1B2A"/>
                </a:solidFill>
              </a:rPr>
              <a:t>Grip taper — R22 / R20.16</a:t>
            </a:r>
            <a:endParaRPr lang="en-US" sz="1051" dirty="0"/>
          </a:p>
        </p:txBody>
      </p:sp>
      <p:sp>
        <p:nvSpPr>
          <p:cNvPr id="19" name="Text 16"/>
          <p:cNvSpPr/>
          <p:nvPr/>
        </p:nvSpPr>
        <p:spPr>
          <a:xfrm>
            <a:off x="5303520" y="3273553"/>
            <a:ext cx="3657600" cy="201168"/>
          </a:xfrm>
          <a:prstGeom prst="rect">
            <a:avLst/>
          </a:prstGeom>
          <a:noFill/>
          <a:ln/>
        </p:spPr>
        <p:txBody>
          <a:bodyPr wrap="square" lIns="0" tIns="0" rIns="0" bIns="0" rtlCol="0" anchor="ctr"/>
          <a:lstStyle/>
          <a:p>
            <a:r>
              <a:rPr lang="en-US" sz="1000" dirty="0">
                <a:solidFill>
                  <a:srgbClr val="1565C0"/>
                </a:solidFill>
              </a:rPr>
              <a:t>palm-contour transitions</a:t>
            </a:r>
            <a:endParaRPr lang="en-US" sz="1000" dirty="0"/>
          </a:p>
        </p:txBody>
      </p:sp>
      <p:sp>
        <p:nvSpPr>
          <p:cNvPr id="20" name="Shape 17"/>
          <p:cNvSpPr/>
          <p:nvPr/>
        </p:nvSpPr>
        <p:spPr>
          <a:xfrm>
            <a:off x="5212080" y="3611881"/>
            <a:ext cx="3703320" cy="512064"/>
          </a:xfrm>
          <a:prstGeom prst="rect">
            <a:avLst/>
          </a:prstGeom>
          <a:solidFill>
            <a:srgbClr val="FFFFFF"/>
          </a:solidFill>
          <a:ln w="6350">
            <a:solidFill>
              <a:srgbClr val="D0D8E0"/>
            </a:solidFill>
            <a:prstDash val="solid"/>
          </a:ln>
        </p:spPr>
        <p:txBody>
          <a:bodyPr/>
          <a:lstStyle/>
          <a:p>
            <a:endParaRPr lang="en-US"/>
          </a:p>
        </p:txBody>
      </p:sp>
      <p:sp>
        <p:nvSpPr>
          <p:cNvPr id="21" name="Text 18"/>
          <p:cNvSpPr/>
          <p:nvPr/>
        </p:nvSpPr>
        <p:spPr>
          <a:xfrm>
            <a:off x="5303520" y="3648457"/>
            <a:ext cx="3657600" cy="219456"/>
          </a:xfrm>
          <a:prstGeom prst="rect">
            <a:avLst/>
          </a:prstGeom>
          <a:noFill/>
          <a:ln/>
        </p:spPr>
        <p:txBody>
          <a:bodyPr wrap="square" lIns="0" tIns="0" rIns="0" bIns="0" rtlCol="0" anchor="ctr"/>
          <a:lstStyle/>
          <a:p>
            <a:r>
              <a:rPr lang="en-US" sz="1051" b="1" dirty="0">
                <a:solidFill>
                  <a:srgbClr val="0D1B2A"/>
                </a:solidFill>
              </a:rPr>
              <a:t>Strain relief Ø</a:t>
            </a:r>
            <a:endParaRPr lang="en-US" sz="1051" dirty="0"/>
          </a:p>
        </p:txBody>
      </p:sp>
      <p:sp>
        <p:nvSpPr>
          <p:cNvPr id="22" name="Text 19"/>
          <p:cNvSpPr/>
          <p:nvPr/>
        </p:nvSpPr>
        <p:spPr>
          <a:xfrm>
            <a:off x="5303520" y="3867913"/>
            <a:ext cx="3657600" cy="201168"/>
          </a:xfrm>
          <a:prstGeom prst="rect">
            <a:avLst/>
          </a:prstGeom>
          <a:noFill/>
          <a:ln/>
        </p:spPr>
        <p:txBody>
          <a:bodyPr wrap="square" lIns="0" tIns="0" rIns="0" bIns="0" rtlCol="0" anchor="ctr"/>
          <a:lstStyle/>
          <a:p>
            <a:r>
              <a:rPr lang="en-US" sz="1000" dirty="0">
                <a:solidFill>
                  <a:srgbClr val="1565C0"/>
                </a:solidFill>
              </a:rPr>
              <a:t>≈ 11 mm at entry</a:t>
            </a:r>
            <a:endParaRPr lang="en-US" sz="1000" dirty="0"/>
          </a:p>
        </p:txBody>
      </p:sp>
      <p:sp>
        <p:nvSpPr>
          <p:cNvPr id="23" name="Shape 20"/>
          <p:cNvSpPr/>
          <p:nvPr/>
        </p:nvSpPr>
        <p:spPr>
          <a:xfrm>
            <a:off x="5212080" y="4206241"/>
            <a:ext cx="3703320" cy="512064"/>
          </a:xfrm>
          <a:prstGeom prst="rect">
            <a:avLst/>
          </a:prstGeom>
          <a:solidFill>
            <a:srgbClr val="E8F0FE"/>
          </a:solidFill>
          <a:ln w="6350">
            <a:solidFill>
              <a:srgbClr val="D0D8E0"/>
            </a:solidFill>
            <a:prstDash val="solid"/>
          </a:ln>
        </p:spPr>
        <p:txBody>
          <a:bodyPr/>
          <a:lstStyle/>
          <a:p>
            <a:endParaRPr lang="en-US"/>
          </a:p>
        </p:txBody>
      </p:sp>
      <p:sp>
        <p:nvSpPr>
          <p:cNvPr id="24" name="Text 21"/>
          <p:cNvSpPr/>
          <p:nvPr/>
        </p:nvSpPr>
        <p:spPr>
          <a:xfrm>
            <a:off x="5303520" y="4242817"/>
            <a:ext cx="3657600" cy="219456"/>
          </a:xfrm>
          <a:prstGeom prst="rect">
            <a:avLst/>
          </a:prstGeom>
          <a:noFill/>
          <a:ln/>
        </p:spPr>
        <p:txBody>
          <a:bodyPr wrap="square" lIns="0" tIns="0" rIns="0" bIns="0" rtlCol="0" anchor="ctr"/>
          <a:lstStyle/>
          <a:p>
            <a:r>
              <a:rPr lang="en-US" sz="1051" b="1" dirty="0">
                <a:solidFill>
                  <a:srgbClr val="0D1B2A"/>
                </a:solidFill>
              </a:rPr>
              <a:t>Housing material</a:t>
            </a:r>
            <a:endParaRPr lang="en-US" sz="1051" dirty="0"/>
          </a:p>
        </p:txBody>
      </p:sp>
      <p:sp>
        <p:nvSpPr>
          <p:cNvPr id="25" name="Text 22"/>
          <p:cNvSpPr/>
          <p:nvPr/>
        </p:nvSpPr>
        <p:spPr>
          <a:xfrm>
            <a:off x="5303520" y="4462273"/>
            <a:ext cx="3657600" cy="201168"/>
          </a:xfrm>
          <a:prstGeom prst="rect">
            <a:avLst/>
          </a:prstGeom>
          <a:noFill/>
          <a:ln/>
        </p:spPr>
        <p:txBody>
          <a:bodyPr wrap="square" lIns="0" tIns="0" rIns="0" bIns="0" rtlCol="0" anchor="ctr"/>
          <a:lstStyle/>
          <a:p>
            <a:r>
              <a:rPr lang="en-US" sz="1000" dirty="0">
                <a:solidFill>
                  <a:srgbClr val="1565C0"/>
                </a:solidFill>
              </a:rPr>
              <a:t>Injection-molded ABS plastic</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1"/>
            <a:ext cx="9144000" cy="685800"/>
          </a:xfrm>
          <a:prstGeom prst="rect">
            <a:avLst/>
          </a:prstGeom>
          <a:solidFill>
            <a:srgbClr val="1A237E"/>
          </a:solidFill>
          <a:ln w="12700">
            <a:solidFill>
              <a:srgbClr val="1A237E"/>
            </a:solidFill>
            <a:prstDash val="solid"/>
          </a:ln>
        </p:spPr>
        <p:txBody>
          <a:bodyPr/>
          <a:lstStyle/>
          <a:p>
            <a:endParaRPr lang="en-US"/>
          </a:p>
        </p:txBody>
      </p:sp>
      <p:sp>
        <p:nvSpPr>
          <p:cNvPr id="3" name="Text 1"/>
          <p:cNvSpPr/>
          <p:nvPr/>
        </p:nvSpPr>
        <p:spPr>
          <a:xfrm>
            <a:off x="320040" y="1"/>
            <a:ext cx="8503920" cy="685800"/>
          </a:xfrm>
          <a:prstGeom prst="rect">
            <a:avLst/>
          </a:prstGeom>
          <a:noFill/>
          <a:ln/>
        </p:spPr>
        <p:txBody>
          <a:bodyPr wrap="square" lIns="0" tIns="0" rIns="0" bIns="0" rtlCol="0" anchor="ctr"/>
          <a:lstStyle/>
          <a:p>
            <a:r>
              <a:rPr lang="en-US" sz="2200" b="1" dirty="0">
                <a:solidFill>
                  <a:srgbClr val="FFFFFF"/>
                </a:solidFill>
              </a:rPr>
              <a:t>Fit &amp; Function</a:t>
            </a:r>
            <a:endParaRPr lang="en-US" sz="2200" dirty="0"/>
          </a:p>
        </p:txBody>
      </p:sp>
      <p:sp>
        <p:nvSpPr>
          <p:cNvPr id="4" name="Shape 2"/>
          <p:cNvSpPr/>
          <p:nvPr/>
        </p:nvSpPr>
        <p:spPr>
          <a:xfrm>
            <a:off x="228600" y="777241"/>
            <a:ext cx="4206240" cy="411480"/>
          </a:xfrm>
          <a:prstGeom prst="rect">
            <a:avLst/>
          </a:prstGeom>
          <a:solidFill>
            <a:srgbClr val="1565C0"/>
          </a:solidFill>
          <a:ln w="12700">
            <a:solidFill>
              <a:srgbClr val="1565C0"/>
            </a:solidFill>
            <a:prstDash val="solid"/>
          </a:ln>
        </p:spPr>
        <p:txBody>
          <a:bodyPr/>
          <a:lstStyle/>
          <a:p>
            <a:endParaRPr lang="en-US"/>
          </a:p>
        </p:txBody>
      </p:sp>
      <p:sp>
        <p:nvSpPr>
          <p:cNvPr id="5" name="Text 3"/>
          <p:cNvSpPr/>
          <p:nvPr/>
        </p:nvSpPr>
        <p:spPr>
          <a:xfrm>
            <a:off x="228600" y="777241"/>
            <a:ext cx="4206240" cy="411480"/>
          </a:xfrm>
          <a:prstGeom prst="rect">
            <a:avLst/>
          </a:prstGeom>
          <a:noFill/>
          <a:ln/>
        </p:spPr>
        <p:txBody>
          <a:bodyPr wrap="square" lIns="0" tIns="0" rIns="0" bIns="0" rtlCol="0" anchor="ctr"/>
          <a:lstStyle/>
          <a:p>
            <a:pPr algn="ctr"/>
            <a:r>
              <a:rPr lang="en-US" sz="1600" b="1" dirty="0">
                <a:solidFill>
                  <a:srgbClr val="FFFFFF"/>
                </a:solidFill>
              </a:rPr>
              <a:t>Fit</a:t>
            </a:r>
            <a:endParaRPr lang="en-US" sz="1600" dirty="0"/>
          </a:p>
        </p:txBody>
      </p:sp>
      <p:sp>
        <p:nvSpPr>
          <p:cNvPr id="6" name="Shape 4"/>
          <p:cNvSpPr/>
          <p:nvPr/>
        </p:nvSpPr>
        <p:spPr>
          <a:xfrm>
            <a:off x="228600" y="1261873"/>
            <a:ext cx="4206240" cy="804672"/>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7" name="Shape 5"/>
          <p:cNvSpPr/>
          <p:nvPr/>
        </p:nvSpPr>
        <p:spPr>
          <a:xfrm>
            <a:off x="228600" y="1261873"/>
            <a:ext cx="54864" cy="804672"/>
          </a:xfrm>
          <a:prstGeom prst="rect">
            <a:avLst/>
          </a:prstGeom>
          <a:solidFill>
            <a:srgbClr val="1565C0"/>
          </a:solidFill>
          <a:ln w="12700">
            <a:solidFill>
              <a:srgbClr val="1565C0"/>
            </a:solidFill>
            <a:prstDash val="solid"/>
          </a:ln>
        </p:spPr>
        <p:txBody>
          <a:bodyPr/>
          <a:lstStyle/>
          <a:p>
            <a:endParaRPr lang="en-US"/>
          </a:p>
        </p:txBody>
      </p:sp>
      <p:sp>
        <p:nvSpPr>
          <p:cNvPr id="8" name="Text 6"/>
          <p:cNvSpPr/>
          <p:nvPr/>
        </p:nvSpPr>
        <p:spPr>
          <a:xfrm>
            <a:off x="365760" y="1335025"/>
            <a:ext cx="3977640" cy="658368"/>
          </a:xfrm>
          <a:prstGeom prst="rect">
            <a:avLst/>
          </a:prstGeom>
          <a:noFill/>
          <a:ln/>
        </p:spPr>
        <p:txBody>
          <a:bodyPr wrap="square" lIns="0" tIns="0" rIns="0" bIns="0" rtlCol="0" anchor="ctr"/>
          <a:lstStyle/>
          <a:p>
            <a:r>
              <a:rPr lang="en-US" sz="1051" dirty="0">
                <a:solidFill>
                  <a:srgbClr val="0D1B2A"/>
                </a:solidFill>
              </a:rPr>
              <a:t>Two housing halves joined by self-tapping screws into molded bosses — rigid, flush seam</a:t>
            </a:r>
            <a:endParaRPr lang="en-US" sz="1051" dirty="0"/>
          </a:p>
        </p:txBody>
      </p:sp>
      <p:sp>
        <p:nvSpPr>
          <p:cNvPr id="9" name="Shape 7"/>
          <p:cNvSpPr/>
          <p:nvPr/>
        </p:nvSpPr>
        <p:spPr>
          <a:xfrm>
            <a:off x="228600" y="2176273"/>
            <a:ext cx="4206240" cy="804672"/>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228600" y="2176273"/>
            <a:ext cx="54864" cy="804672"/>
          </a:xfrm>
          <a:prstGeom prst="rect">
            <a:avLst/>
          </a:prstGeom>
          <a:solidFill>
            <a:srgbClr val="1565C0"/>
          </a:solidFill>
          <a:ln w="12700">
            <a:solidFill>
              <a:srgbClr val="1565C0"/>
            </a:solidFill>
            <a:prstDash val="solid"/>
          </a:ln>
        </p:spPr>
        <p:txBody>
          <a:bodyPr/>
          <a:lstStyle/>
          <a:p>
            <a:endParaRPr lang="en-US"/>
          </a:p>
        </p:txBody>
      </p:sp>
      <p:sp>
        <p:nvSpPr>
          <p:cNvPr id="11" name="Text 9"/>
          <p:cNvSpPr/>
          <p:nvPr/>
        </p:nvSpPr>
        <p:spPr>
          <a:xfrm>
            <a:off x="365760" y="2249425"/>
            <a:ext cx="3977640" cy="658368"/>
          </a:xfrm>
          <a:prstGeom prst="rect">
            <a:avLst/>
          </a:prstGeom>
          <a:noFill/>
          <a:ln/>
        </p:spPr>
        <p:txBody>
          <a:bodyPr wrap="square" lIns="0" tIns="0" rIns="0" bIns="0" rtlCol="0" anchor="ctr"/>
          <a:lstStyle/>
          <a:p>
            <a:r>
              <a:rPr lang="en-US" sz="1051" dirty="0">
                <a:solidFill>
                  <a:srgbClr val="0D1B2A"/>
                </a:solidFill>
              </a:rPr>
              <a:t>On/off switch snaps into a molded rectangular cutout; held by integral locking tabs</a:t>
            </a:r>
            <a:endParaRPr lang="en-US" sz="1051" dirty="0"/>
          </a:p>
        </p:txBody>
      </p:sp>
      <p:sp>
        <p:nvSpPr>
          <p:cNvPr id="12" name="Shape 10"/>
          <p:cNvSpPr/>
          <p:nvPr/>
        </p:nvSpPr>
        <p:spPr>
          <a:xfrm>
            <a:off x="228600" y="3090673"/>
            <a:ext cx="4206240" cy="804672"/>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13" name="Shape 11"/>
          <p:cNvSpPr/>
          <p:nvPr/>
        </p:nvSpPr>
        <p:spPr>
          <a:xfrm>
            <a:off x="228600" y="3090673"/>
            <a:ext cx="54864" cy="804672"/>
          </a:xfrm>
          <a:prstGeom prst="rect">
            <a:avLst/>
          </a:prstGeom>
          <a:solidFill>
            <a:srgbClr val="1565C0"/>
          </a:solidFill>
          <a:ln w="12700">
            <a:solidFill>
              <a:srgbClr val="1565C0"/>
            </a:solidFill>
            <a:prstDash val="solid"/>
          </a:ln>
        </p:spPr>
        <p:txBody>
          <a:bodyPr/>
          <a:lstStyle/>
          <a:p>
            <a:endParaRPr lang="en-US"/>
          </a:p>
        </p:txBody>
      </p:sp>
      <p:sp>
        <p:nvSpPr>
          <p:cNvPr id="14" name="Text 12"/>
          <p:cNvSpPr/>
          <p:nvPr/>
        </p:nvSpPr>
        <p:spPr>
          <a:xfrm>
            <a:off x="365760" y="3163825"/>
            <a:ext cx="3977640" cy="658368"/>
          </a:xfrm>
          <a:prstGeom prst="rect">
            <a:avLst/>
          </a:prstGeom>
          <a:noFill/>
          <a:ln/>
        </p:spPr>
        <p:txBody>
          <a:bodyPr wrap="square" lIns="0" tIns="0" rIns="0" bIns="0" rtlCol="0" anchor="ctr"/>
          <a:lstStyle/>
          <a:p>
            <a:r>
              <a:rPr lang="en-US" sz="1051" dirty="0">
                <a:solidFill>
                  <a:srgbClr val="0D1B2A"/>
                </a:solidFill>
              </a:rPr>
              <a:t>Strain relief boot press-fit via tapered interference — resists pull-out forces</a:t>
            </a:r>
            <a:endParaRPr lang="en-US" sz="1051" dirty="0"/>
          </a:p>
        </p:txBody>
      </p:sp>
      <p:sp>
        <p:nvSpPr>
          <p:cNvPr id="15" name="Shape 13"/>
          <p:cNvSpPr/>
          <p:nvPr/>
        </p:nvSpPr>
        <p:spPr>
          <a:xfrm>
            <a:off x="228600" y="4005073"/>
            <a:ext cx="4206240" cy="804672"/>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28600" y="4005073"/>
            <a:ext cx="54864" cy="804672"/>
          </a:xfrm>
          <a:prstGeom prst="rect">
            <a:avLst/>
          </a:prstGeom>
          <a:solidFill>
            <a:srgbClr val="1565C0"/>
          </a:solidFill>
          <a:ln w="12700">
            <a:solidFill>
              <a:srgbClr val="1565C0"/>
            </a:solidFill>
            <a:prstDash val="solid"/>
          </a:ln>
        </p:spPr>
        <p:txBody>
          <a:bodyPr/>
          <a:lstStyle/>
          <a:p>
            <a:endParaRPr lang="en-US"/>
          </a:p>
        </p:txBody>
      </p:sp>
      <p:sp>
        <p:nvSpPr>
          <p:cNvPr id="17" name="Text 15"/>
          <p:cNvSpPr/>
          <p:nvPr/>
        </p:nvSpPr>
        <p:spPr>
          <a:xfrm>
            <a:off x="365760" y="4078225"/>
            <a:ext cx="3977640" cy="658368"/>
          </a:xfrm>
          <a:prstGeom prst="rect">
            <a:avLst/>
          </a:prstGeom>
          <a:noFill/>
          <a:ln/>
        </p:spPr>
        <p:txBody>
          <a:bodyPr wrap="square" lIns="0" tIns="0" rIns="0" bIns="0" rtlCol="0" anchor="ctr"/>
          <a:lstStyle/>
          <a:p>
            <a:r>
              <a:rPr lang="en-US" sz="1051" dirty="0">
                <a:solidFill>
                  <a:srgbClr val="0D1B2A"/>
                </a:solidFill>
              </a:rPr>
              <a:t>Grip ridges co-molded with housing surface — prevents rubber from shifting under hand pressure</a:t>
            </a:r>
            <a:endParaRPr lang="en-US" sz="1051" dirty="0"/>
          </a:p>
        </p:txBody>
      </p:sp>
      <p:sp>
        <p:nvSpPr>
          <p:cNvPr id="18" name="Shape 16"/>
          <p:cNvSpPr/>
          <p:nvPr/>
        </p:nvSpPr>
        <p:spPr>
          <a:xfrm>
            <a:off x="4709160" y="777241"/>
            <a:ext cx="4206240" cy="411480"/>
          </a:xfrm>
          <a:prstGeom prst="rect">
            <a:avLst/>
          </a:prstGeom>
          <a:solidFill>
            <a:srgbClr val="00ACC1"/>
          </a:solidFill>
          <a:ln w="12700">
            <a:solidFill>
              <a:srgbClr val="00ACC1"/>
            </a:solidFill>
            <a:prstDash val="solid"/>
          </a:ln>
        </p:spPr>
        <p:txBody>
          <a:bodyPr/>
          <a:lstStyle/>
          <a:p>
            <a:endParaRPr lang="en-US"/>
          </a:p>
        </p:txBody>
      </p:sp>
      <p:sp>
        <p:nvSpPr>
          <p:cNvPr id="19" name="Text 17"/>
          <p:cNvSpPr/>
          <p:nvPr/>
        </p:nvSpPr>
        <p:spPr>
          <a:xfrm>
            <a:off x="4709160" y="777241"/>
            <a:ext cx="4206240" cy="411480"/>
          </a:xfrm>
          <a:prstGeom prst="rect">
            <a:avLst/>
          </a:prstGeom>
          <a:noFill/>
          <a:ln/>
        </p:spPr>
        <p:txBody>
          <a:bodyPr wrap="square" lIns="0" tIns="0" rIns="0" bIns="0" rtlCol="0" anchor="ctr"/>
          <a:lstStyle/>
          <a:p>
            <a:pPr algn="ctr"/>
            <a:r>
              <a:rPr lang="en-US" sz="1600" b="1" dirty="0">
                <a:solidFill>
                  <a:srgbClr val="FFFFFF"/>
                </a:solidFill>
              </a:rPr>
              <a:t>Function</a:t>
            </a:r>
            <a:endParaRPr lang="en-US" sz="1600" dirty="0"/>
          </a:p>
        </p:txBody>
      </p:sp>
      <p:sp>
        <p:nvSpPr>
          <p:cNvPr id="20" name="Shape 18"/>
          <p:cNvSpPr/>
          <p:nvPr/>
        </p:nvSpPr>
        <p:spPr>
          <a:xfrm>
            <a:off x="4709160" y="1261873"/>
            <a:ext cx="4206240" cy="804672"/>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709160" y="1261873"/>
            <a:ext cx="54864" cy="804672"/>
          </a:xfrm>
          <a:prstGeom prst="rect">
            <a:avLst/>
          </a:prstGeom>
          <a:solidFill>
            <a:srgbClr val="00ACC1"/>
          </a:solidFill>
          <a:ln w="12700">
            <a:solidFill>
              <a:srgbClr val="00ACC1"/>
            </a:solidFill>
            <a:prstDash val="solid"/>
          </a:ln>
        </p:spPr>
        <p:txBody>
          <a:bodyPr/>
          <a:lstStyle/>
          <a:p>
            <a:endParaRPr lang="en-US"/>
          </a:p>
        </p:txBody>
      </p:sp>
      <p:sp>
        <p:nvSpPr>
          <p:cNvPr id="22" name="Text 20"/>
          <p:cNvSpPr/>
          <p:nvPr/>
        </p:nvSpPr>
        <p:spPr>
          <a:xfrm>
            <a:off x="4846320" y="1335025"/>
            <a:ext cx="3977640" cy="658368"/>
          </a:xfrm>
          <a:prstGeom prst="rect">
            <a:avLst/>
          </a:prstGeom>
          <a:noFill/>
          <a:ln/>
        </p:spPr>
        <p:txBody>
          <a:bodyPr wrap="square" lIns="0" tIns="0" rIns="0" bIns="0" rtlCol="0" anchor="ctr"/>
          <a:lstStyle/>
          <a:p>
            <a:r>
              <a:rPr lang="en-US" sz="1051" dirty="0">
                <a:solidFill>
                  <a:srgbClr val="0D1B2A"/>
                </a:solidFill>
              </a:rPr>
              <a:t>Shaped housing + ridges allow comfortable grip for extended use — reduces hand fatigue</a:t>
            </a:r>
            <a:endParaRPr lang="en-US" sz="1051" dirty="0"/>
          </a:p>
        </p:txBody>
      </p:sp>
      <p:sp>
        <p:nvSpPr>
          <p:cNvPr id="23" name="Shape 21"/>
          <p:cNvSpPr/>
          <p:nvPr/>
        </p:nvSpPr>
        <p:spPr>
          <a:xfrm>
            <a:off x="4709160" y="2176273"/>
            <a:ext cx="4206240" cy="804672"/>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24" name="Shape 22"/>
          <p:cNvSpPr/>
          <p:nvPr/>
        </p:nvSpPr>
        <p:spPr>
          <a:xfrm>
            <a:off x="4709160" y="2176273"/>
            <a:ext cx="54864" cy="804672"/>
          </a:xfrm>
          <a:prstGeom prst="rect">
            <a:avLst/>
          </a:prstGeom>
          <a:solidFill>
            <a:srgbClr val="00ACC1"/>
          </a:solidFill>
          <a:ln w="12700">
            <a:solidFill>
              <a:srgbClr val="00ACC1"/>
            </a:solidFill>
            <a:prstDash val="solid"/>
          </a:ln>
        </p:spPr>
        <p:txBody>
          <a:bodyPr/>
          <a:lstStyle/>
          <a:p>
            <a:endParaRPr lang="en-US"/>
          </a:p>
        </p:txBody>
      </p:sp>
      <p:sp>
        <p:nvSpPr>
          <p:cNvPr id="25" name="Text 23"/>
          <p:cNvSpPr/>
          <p:nvPr/>
        </p:nvSpPr>
        <p:spPr>
          <a:xfrm>
            <a:off x="4846320" y="2249425"/>
            <a:ext cx="3977640" cy="658368"/>
          </a:xfrm>
          <a:prstGeom prst="rect">
            <a:avLst/>
          </a:prstGeom>
          <a:noFill/>
          <a:ln/>
        </p:spPr>
        <p:txBody>
          <a:bodyPr wrap="square" lIns="0" tIns="0" rIns="0" bIns="0" rtlCol="0" anchor="ctr"/>
          <a:lstStyle/>
          <a:p>
            <a:r>
              <a:rPr lang="en-US" sz="1051" dirty="0">
                <a:solidFill>
                  <a:srgbClr val="0D1B2A"/>
                </a:solidFill>
              </a:rPr>
              <a:t>Recessed rocker switch gives simple on/off control; recessed position prevents accidental activation</a:t>
            </a:r>
            <a:endParaRPr lang="en-US" sz="1051" dirty="0"/>
          </a:p>
        </p:txBody>
      </p:sp>
      <p:sp>
        <p:nvSpPr>
          <p:cNvPr id="26" name="Shape 24"/>
          <p:cNvSpPr/>
          <p:nvPr/>
        </p:nvSpPr>
        <p:spPr>
          <a:xfrm>
            <a:off x="4709160" y="3090673"/>
            <a:ext cx="4206240" cy="804672"/>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27" name="Shape 25"/>
          <p:cNvSpPr/>
          <p:nvPr/>
        </p:nvSpPr>
        <p:spPr>
          <a:xfrm>
            <a:off x="4709160" y="3090673"/>
            <a:ext cx="54864" cy="804672"/>
          </a:xfrm>
          <a:prstGeom prst="rect">
            <a:avLst/>
          </a:prstGeom>
          <a:solidFill>
            <a:srgbClr val="00ACC1"/>
          </a:solidFill>
          <a:ln w="12700">
            <a:solidFill>
              <a:srgbClr val="00ACC1"/>
            </a:solidFill>
            <a:prstDash val="solid"/>
          </a:ln>
        </p:spPr>
        <p:txBody>
          <a:bodyPr/>
          <a:lstStyle/>
          <a:p>
            <a:endParaRPr lang="en-US"/>
          </a:p>
        </p:txBody>
      </p:sp>
      <p:sp>
        <p:nvSpPr>
          <p:cNvPr id="28" name="Text 26"/>
          <p:cNvSpPr/>
          <p:nvPr/>
        </p:nvSpPr>
        <p:spPr>
          <a:xfrm>
            <a:off x="4846320" y="3163825"/>
            <a:ext cx="3977640" cy="658368"/>
          </a:xfrm>
          <a:prstGeom prst="rect">
            <a:avLst/>
          </a:prstGeom>
          <a:noFill/>
          <a:ln/>
        </p:spPr>
        <p:txBody>
          <a:bodyPr wrap="square" lIns="0" tIns="0" rIns="0" bIns="0" rtlCol="0" anchor="ctr"/>
          <a:lstStyle/>
          <a:p>
            <a:r>
              <a:rPr lang="en-US" sz="1051" dirty="0">
                <a:solidFill>
                  <a:srgbClr val="0D1B2A"/>
                </a:solidFill>
              </a:rPr>
              <a:t>Power cord routes 2.4 A AC power to the motor continuously during operation</a:t>
            </a:r>
            <a:endParaRPr lang="en-US" sz="1051" dirty="0"/>
          </a:p>
        </p:txBody>
      </p:sp>
      <p:sp>
        <p:nvSpPr>
          <p:cNvPr id="29" name="Shape 27"/>
          <p:cNvSpPr/>
          <p:nvPr/>
        </p:nvSpPr>
        <p:spPr>
          <a:xfrm>
            <a:off x="4709160" y="4005073"/>
            <a:ext cx="4206240" cy="804672"/>
          </a:xfrm>
          <a:prstGeom prst="rect">
            <a:avLst/>
          </a:prstGeom>
          <a:solidFill>
            <a:srgbClr val="FFFFFF"/>
          </a:solidFill>
          <a:ln w="6350">
            <a:solidFill>
              <a:srgbClr val="D0D8E0"/>
            </a:solidFill>
            <a:prstDash val="solid"/>
          </a:ln>
          <a:effectLst>
            <a:outerShdw blurRad="101600" dist="38100" dir="8100000" algn="bl" rotWithShape="0">
              <a:srgbClr val="000000">
                <a:alpha val="18000"/>
              </a:srgbClr>
            </a:outerShdw>
          </a:effectLst>
        </p:spPr>
        <p:txBody>
          <a:bodyPr/>
          <a:lstStyle/>
          <a:p>
            <a:endParaRPr lang="en-US"/>
          </a:p>
        </p:txBody>
      </p:sp>
      <p:sp>
        <p:nvSpPr>
          <p:cNvPr id="30" name="Shape 28"/>
          <p:cNvSpPr/>
          <p:nvPr/>
        </p:nvSpPr>
        <p:spPr>
          <a:xfrm>
            <a:off x="4709160" y="4005073"/>
            <a:ext cx="54864" cy="804672"/>
          </a:xfrm>
          <a:prstGeom prst="rect">
            <a:avLst/>
          </a:prstGeom>
          <a:solidFill>
            <a:srgbClr val="00ACC1"/>
          </a:solidFill>
          <a:ln w="12700">
            <a:solidFill>
              <a:srgbClr val="00ACC1"/>
            </a:solidFill>
            <a:prstDash val="solid"/>
          </a:ln>
        </p:spPr>
        <p:txBody>
          <a:bodyPr/>
          <a:lstStyle/>
          <a:p>
            <a:endParaRPr lang="en-US"/>
          </a:p>
        </p:txBody>
      </p:sp>
      <p:sp>
        <p:nvSpPr>
          <p:cNvPr id="31" name="Text 29"/>
          <p:cNvSpPr/>
          <p:nvPr/>
        </p:nvSpPr>
        <p:spPr>
          <a:xfrm>
            <a:off x="4846320" y="4078225"/>
            <a:ext cx="3977640" cy="658368"/>
          </a:xfrm>
          <a:prstGeom prst="rect">
            <a:avLst/>
          </a:prstGeom>
          <a:noFill/>
          <a:ln/>
        </p:spPr>
        <p:txBody>
          <a:bodyPr wrap="square" lIns="0" tIns="0" rIns="0" bIns="0" rtlCol="0" anchor="ctr"/>
          <a:lstStyle/>
          <a:p>
            <a:r>
              <a:rPr lang="en-US" sz="1051" dirty="0">
                <a:solidFill>
                  <a:srgbClr val="0D1B2A"/>
                </a:solidFill>
              </a:rPr>
              <a:t>Strain relief prevents fatigue cracking at the highest-stress cord flex point</a:t>
            </a:r>
            <a:endParaRPr lang="en-US" sz="1051" dirty="0"/>
          </a:p>
        </p:txBody>
      </p:sp>
      <p:sp>
        <p:nvSpPr>
          <p:cNvPr id="32" name="Shape 30"/>
          <p:cNvSpPr/>
          <p:nvPr/>
        </p:nvSpPr>
        <p:spPr>
          <a:xfrm>
            <a:off x="2286000" y="4828033"/>
            <a:ext cx="4572000" cy="246888"/>
          </a:xfrm>
          <a:prstGeom prst="roundRect">
            <a:avLst>
              <a:gd name="adj" fmla="val 18519"/>
            </a:avLst>
          </a:prstGeom>
          <a:solidFill>
            <a:srgbClr val="0D1B2A"/>
          </a:solidFill>
          <a:ln w="12700">
            <a:solidFill>
              <a:srgbClr val="0D1B2A"/>
            </a:solidFill>
            <a:prstDash val="solid"/>
          </a:ln>
        </p:spPr>
        <p:txBody>
          <a:bodyPr/>
          <a:lstStyle/>
          <a:p>
            <a:endParaRPr lang="en-US"/>
          </a:p>
        </p:txBody>
      </p:sp>
      <p:sp>
        <p:nvSpPr>
          <p:cNvPr id="33" name="Text 31"/>
          <p:cNvSpPr/>
          <p:nvPr/>
        </p:nvSpPr>
        <p:spPr>
          <a:xfrm>
            <a:off x="2286000" y="4828033"/>
            <a:ext cx="4572000" cy="246888"/>
          </a:xfrm>
          <a:prstGeom prst="rect">
            <a:avLst/>
          </a:prstGeom>
          <a:noFill/>
          <a:ln/>
        </p:spPr>
        <p:txBody>
          <a:bodyPr wrap="square" lIns="0" tIns="0" rIns="0" bIns="0" rtlCol="0" anchor="ctr"/>
          <a:lstStyle/>
          <a:p>
            <a:pPr algn="ctr"/>
            <a:r>
              <a:rPr lang="en-US" sz="900" dirty="0">
                <a:solidFill>
                  <a:srgbClr val="FFFFFF"/>
                </a:solidFill>
              </a:rPr>
              <a:t>Fulfills: Control/Regulate Inputted Energy  (Functional Decomposition Node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1"/>
            <a:ext cx="9144000" cy="685800"/>
          </a:xfrm>
          <a:prstGeom prst="rect">
            <a:avLst/>
          </a:prstGeom>
          <a:solidFill>
            <a:srgbClr val="FF6F00"/>
          </a:solidFill>
          <a:ln w="12700">
            <a:solidFill>
              <a:srgbClr val="FF6F00"/>
            </a:solidFill>
            <a:prstDash val="solid"/>
          </a:ln>
        </p:spPr>
        <p:txBody>
          <a:bodyPr/>
          <a:lstStyle/>
          <a:p>
            <a:endParaRPr lang="en-US"/>
          </a:p>
        </p:txBody>
      </p:sp>
      <p:sp>
        <p:nvSpPr>
          <p:cNvPr id="3" name="Text 1"/>
          <p:cNvSpPr/>
          <p:nvPr/>
        </p:nvSpPr>
        <p:spPr>
          <a:xfrm>
            <a:off x="320040" y="1"/>
            <a:ext cx="8503920" cy="685800"/>
          </a:xfrm>
          <a:prstGeom prst="rect">
            <a:avLst/>
          </a:prstGeom>
          <a:noFill/>
          <a:ln/>
        </p:spPr>
        <p:txBody>
          <a:bodyPr wrap="square" lIns="0" tIns="0" rIns="0" bIns="0" rtlCol="0" anchor="ctr"/>
          <a:lstStyle/>
          <a:p>
            <a:r>
              <a:rPr lang="en-US" sz="2000" b="1" dirty="0">
                <a:solidFill>
                  <a:srgbClr val="FFFFFF"/>
                </a:solidFill>
              </a:rPr>
              <a:t>Proposed Improvement — Smooth Speed Dial</a:t>
            </a:r>
            <a:endParaRPr lang="en-US" sz="2000" dirty="0"/>
          </a:p>
        </p:txBody>
      </p:sp>
      <p:sp>
        <p:nvSpPr>
          <p:cNvPr id="4" name="Shape 2"/>
          <p:cNvSpPr/>
          <p:nvPr/>
        </p:nvSpPr>
        <p:spPr>
          <a:xfrm>
            <a:off x="228600" y="804673"/>
            <a:ext cx="4160520" cy="1417320"/>
          </a:xfrm>
          <a:prstGeom prst="rect">
            <a:avLst/>
          </a:prstGeom>
          <a:solidFill>
            <a:srgbClr val="1A2A3A"/>
          </a:solidFill>
          <a:ln w="19050">
            <a:solidFill>
              <a:srgbClr val="FF6F00"/>
            </a:solidFill>
            <a:prstDash val="solid"/>
          </a:ln>
          <a:effectLst>
            <a:outerShdw blurRad="101600" dist="38100" dir="8100000" algn="bl" rotWithShape="0">
              <a:srgbClr val="000000">
                <a:alpha val="1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384048" y="896113"/>
            <a:ext cx="411480" cy="411480"/>
          </a:xfrm>
          <a:prstGeom prst="rect">
            <a:avLst/>
          </a:prstGeom>
        </p:spPr>
      </p:pic>
      <p:sp>
        <p:nvSpPr>
          <p:cNvPr id="6" name="Text 3"/>
          <p:cNvSpPr/>
          <p:nvPr/>
        </p:nvSpPr>
        <p:spPr>
          <a:xfrm>
            <a:off x="914400" y="841249"/>
            <a:ext cx="3337560" cy="347472"/>
          </a:xfrm>
          <a:prstGeom prst="rect">
            <a:avLst/>
          </a:prstGeom>
          <a:noFill/>
          <a:ln/>
        </p:spPr>
        <p:txBody>
          <a:bodyPr wrap="square" lIns="0" tIns="0" rIns="0" bIns="0" rtlCol="0" anchor="ctr"/>
          <a:lstStyle/>
          <a:p>
            <a:r>
              <a:rPr lang="en-US" sz="1400" b="1" dirty="0">
                <a:solidFill>
                  <a:srgbClr val="FF6F00"/>
                </a:solidFill>
              </a:rPr>
              <a:t>The Problem</a:t>
            </a:r>
            <a:endParaRPr lang="en-US" sz="1400" dirty="0"/>
          </a:p>
        </p:txBody>
      </p:sp>
      <p:sp>
        <p:nvSpPr>
          <p:cNvPr id="7" name="Text 4"/>
          <p:cNvSpPr/>
          <p:nvPr/>
        </p:nvSpPr>
        <p:spPr>
          <a:xfrm>
            <a:off x="384048" y="1261873"/>
            <a:ext cx="3886200" cy="868680"/>
          </a:xfrm>
          <a:prstGeom prst="rect">
            <a:avLst/>
          </a:prstGeom>
          <a:noFill/>
          <a:ln/>
        </p:spPr>
        <p:txBody>
          <a:bodyPr wrap="square" lIns="0" tIns="0" rIns="0" bIns="0" rtlCol="0" anchor="ctr"/>
          <a:lstStyle/>
          <a:p>
            <a:r>
              <a:rPr lang="en-US" sz="1051" dirty="0">
                <a:solidFill>
                  <a:srgbClr val="FFFFFF"/>
                </a:solidFill>
              </a:rPr>
              <a:t>The sander already has a speed dial, but it is limited to fixed settings (1–6). This makes it hard to choose the exact speed needed. Sometimes a setting is too fast or too slow, which can damage delicate surfaces like wood veneer or car paint.</a:t>
            </a:r>
          </a:p>
        </p:txBody>
      </p:sp>
      <p:sp>
        <p:nvSpPr>
          <p:cNvPr id="8" name="Shape 5"/>
          <p:cNvSpPr/>
          <p:nvPr/>
        </p:nvSpPr>
        <p:spPr>
          <a:xfrm>
            <a:off x="4754880" y="804673"/>
            <a:ext cx="4160520" cy="1417320"/>
          </a:xfrm>
          <a:prstGeom prst="rect">
            <a:avLst/>
          </a:prstGeom>
          <a:solidFill>
            <a:srgbClr val="1A2A3A"/>
          </a:solidFill>
          <a:ln w="19050">
            <a:solidFill>
              <a:srgbClr val="42A5F5"/>
            </a:solidFill>
            <a:prstDash val="solid"/>
          </a:ln>
          <a:effectLst>
            <a:outerShdw blurRad="101600" dist="38100" dir="81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910328" y="896113"/>
            <a:ext cx="411480" cy="411480"/>
          </a:xfrm>
          <a:prstGeom prst="rect">
            <a:avLst/>
          </a:prstGeom>
        </p:spPr>
      </p:pic>
      <p:sp>
        <p:nvSpPr>
          <p:cNvPr id="10" name="Text 6"/>
          <p:cNvSpPr/>
          <p:nvPr/>
        </p:nvSpPr>
        <p:spPr>
          <a:xfrm>
            <a:off x="5440680" y="841249"/>
            <a:ext cx="3337560" cy="347472"/>
          </a:xfrm>
          <a:prstGeom prst="rect">
            <a:avLst/>
          </a:prstGeom>
          <a:noFill/>
          <a:ln/>
        </p:spPr>
        <p:txBody>
          <a:bodyPr wrap="square" lIns="0" tIns="0" rIns="0" bIns="0" rtlCol="0" anchor="ctr"/>
          <a:lstStyle/>
          <a:p>
            <a:r>
              <a:rPr lang="en-US" sz="1400" b="1" dirty="0">
                <a:solidFill>
                  <a:srgbClr val="42A5F5"/>
                </a:solidFill>
              </a:rPr>
              <a:t>The Solution</a:t>
            </a:r>
            <a:endParaRPr lang="en-US" sz="1400" dirty="0"/>
          </a:p>
        </p:txBody>
      </p:sp>
      <p:sp>
        <p:nvSpPr>
          <p:cNvPr id="11" name="Text 7"/>
          <p:cNvSpPr/>
          <p:nvPr/>
        </p:nvSpPr>
        <p:spPr>
          <a:xfrm>
            <a:off x="4910328" y="1261873"/>
            <a:ext cx="3886200" cy="868680"/>
          </a:xfrm>
          <a:prstGeom prst="rect">
            <a:avLst/>
          </a:prstGeom>
          <a:noFill/>
          <a:ln/>
        </p:spPr>
        <p:txBody>
          <a:bodyPr wrap="square" lIns="0" tIns="0" rIns="0" bIns="0" rtlCol="0" anchor="ctr"/>
          <a:lstStyle/>
          <a:p>
            <a:r>
              <a:rPr lang="en-US" sz="1051" dirty="0">
                <a:solidFill>
                  <a:srgbClr val="FFFFFF"/>
                </a:solidFill>
              </a:rPr>
              <a:t>Replace the fixed-step dial with a smooth, continuous speed dial. Instead of being limited to set numbers, the user can adjust the speed freely. Turning the dial right increases speed, and turning it left decreases speed, allowing precise control at any level.</a:t>
            </a:r>
          </a:p>
        </p:txBody>
      </p:sp>
      <p:sp>
        <p:nvSpPr>
          <p:cNvPr id="12" name="Shape 8"/>
          <p:cNvSpPr/>
          <p:nvPr/>
        </p:nvSpPr>
        <p:spPr>
          <a:xfrm>
            <a:off x="228600" y="2395729"/>
            <a:ext cx="2816352" cy="2514600"/>
          </a:xfrm>
          <a:prstGeom prst="rect">
            <a:avLst/>
          </a:prstGeom>
          <a:solidFill>
            <a:srgbClr val="1A2A3A"/>
          </a:solidFill>
          <a:ln w="19050">
            <a:solidFill>
              <a:srgbClr val="FF6F00"/>
            </a:solidFill>
            <a:prstDash val="solid"/>
          </a:ln>
          <a:effectLst>
            <a:outerShdw blurRad="101600" dist="38100" dir="8100000" algn="bl" rotWithShape="0">
              <a:srgbClr val="000000">
                <a:alpha val="18000"/>
              </a:srgbClr>
            </a:outerShdw>
          </a:effectLst>
        </p:spPr>
        <p:txBody>
          <a:bodyPr/>
          <a:lstStyle/>
          <a:p>
            <a:endParaRPr lang="en-US"/>
          </a:p>
        </p:txBody>
      </p:sp>
      <p:sp>
        <p:nvSpPr>
          <p:cNvPr id="13" name="Shape 9"/>
          <p:cNvSpPr/>
          <p:nvPr/>
        </p:nvSpPr>
        <p:spPr>
          <a:xfrm>
            <a:off x="228600" y="2395729"/>
            <a:ext cx="2816352" cy="457200"/>
          </a:xfrm>
          <a:prstGeom prst="rect">
            <a:avLst/>
          </a:prstGeom>
          <a:solidFill>
            <a:srgbClr val="FF6F00"/>
          </a:solidFill>
          <a:ln w="12700">
            <a:solidFill>
              <a:srgbClr val="FF6F00"/>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320040" y="2441449"/>
            <a:ext cx="320040" cy="320040"/>
          </a:xfrm>
          <a:prstGeom prst="rect">
            <a:avLst/>
          </a:prstGeom>
        </p:spPr>
      </p:pic>
      <p:sp>
        <p:nvSpPr>
          <p:cNvPr id="15" name="Text 10"/>
          <p:cNvSpPr/>
          <p:nvPr/>
        </p:nvSpPr>
        <p:spPr>
          <a:xfrm>
            <a:off x="731520" y="2423161"/>
            <a:ext cx="2194560" cy="411480"/>
          </a:xfrm>
          <a:prstGeom prst="rect">
            <a:avLst/>
          </a:prstGeom>
          <a:noFill/>
          <a:ln/>
        </p:spPr>
        <p:txBody>
          <a:bodyPr wrap="square" lIns="0" tIns="0" rIns="0" bIns="0" rtlCol="0" anchor="ctr"/>
          <a:lstStyle/>
          <a:p>
            <a:r>
              <a:rPr lang="en-US" sz="1400" b="1" dirty="0">
                <a:solidFill>
                  <a:srgbClr val="FFFFFF"/>
                </a:solidFill>
              </a:rPr>
              <a:t>Cost</a:t>
            </a:r>
            <a:endParaRPr lang="en-US" sz="1400" dirty="0"/>
          </a:p>
        </p:txBody>
      </p:sp>
      <p:sp>
        <p:nvSpPr>
          <p:cNvPr id="16" name="Text 11"/>
          <p:cNvSpPr/>
          <p:nvPr/>
        </p:nvSpPr>
        <p:spPr>
          <a:xfrm>
            <a:off x="338328" y="2944369"/>
            <a:ext cx="2596896" cy="1874520"/>
          </a:xfrm>
          <a:prstGeom prst="rect">
            <a:avLst/>
          </a:prstGeom>
          <a:noFill/>
          <a:ln/>
        </p:spPr>
        <p:txBody>
          <a:bodyPr wrap="square" lIns="0" tIns="0" rIns="0" bIns="0" rtlCol="0" anchor="t"/>
          <a:lstStyle/>
          <a:p>
            <a:r>
              <a:rPr lang="en-US" sz="1051" dirty="0">
                <a:solidFill>
                  <a:srgbClr val="FFFFFF"/>
                </a:solidFill>
              </a:rPr>
              <a:t>This improvement requires a more advanced speed control system instead of a basic stepped dial. While this increases cost slightly, it adds better performance and makes the product more valuable to users.</a:t>
            </a:r>
          </a:p>
        </p:txBody>
      </p:sp>
      <p:sp>
        <p:nvSpPr>
          <p:cNvPr id="17" name="Shape 12"/>
          <p:cNvSpPr/>
          <p:nvPr/>
        </p:nvSpPr>
        <p:spPr>
          <a:xfrm>
            <a:off x="3172968" y="2395729"/>
            <a:ext cx="2816352" cy="2514600"/>
          </a:xfrm>
          <a:prstGeom prst="rect">
            <a:avLst/>
          </a:prstGeom>
          <a:solidFill>
            <a:srgbClr val="1A2A3A"/>
          </a:solidFill>
          <a:ln w="19050">
            <a:solidFill>
              <a:srgbClr val="42A5F5"/>
            </a:solidFill>
            <a:prstDash val="solid"/>
          </a:ln>
          <a:effectLst>
            <a:outerShdw blurRad="101600" dist="38100" dir="8100000" algn="bl" rotWithShape="0">
              <a:srgbClr val="000000">
                <a:alpha val="18000"/>
              </a:srgbClr>
            </a:outerShdw>
          </a:effectLst>
        </p:spPr>
        <p:txBody>
          <a:bodyPr/>
          <a:lstStyle/>
          <a:p>
            <a:endParaRPr lang="en-US"/>
          </a:p>
        </p:txBody>
      </p:sp>
      <p:sp>
        <p:nvSpPr>
          <p:cNvPr id="18" name="Shape 13"/>
          <p:cNvSpPr/>
          <p:nvPr/>
        </p:nvSpPr>
        <p:spPr>
          <a:xfrm>
            <a:off x="3172968" y="2395729"/>
            <a:ext cx="2816352" cy="457200"/>
          </a:xfrm>
          <a:prstGeom prst="rect">
            <a:avLst/>
          </a:prstGeom>
          <a:solidFill>
            <a:srgbClr val="42A5F5"/>
          </a:solidFill>
          <a:ln w="12700">
            <a:solidFill>
              <a:srgbClr val="42A5F5"/>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3264408" y="2441449"/>
            <a:ext cx="320040" cy="320040"/>
          </a:xfrm>
          <a:prstGeom prst="rect">
            <a:avLst/>
          </a:prstGeom>
        </p:spPr>
      </p:pic>
      <p:sp>
        <p:nvSpPr>
          <p:cNvPr id="20" name="Text 14"/>
          <p:cNvSpPr/>
          <p:nvPr/>
        </p:nvSpPr>
        <p:spPr>
          <a:xfrm>
            <a:off x="3675888" y="2423161"/>
            <a:ext cx="2194560" cy="411480"/>
          </a:xfrm>
          <a:prstGeom prst="rect">
            <a:avLst/>
          </a:prstGeom>
          <a:noFill/>
          <a:ln/>
        </p:spPr>
        <p:txBody>
          <a:bodyPr wrap="square" lIns="0" tIns="0" rIns="0" bIns="0" rtlCol="0" anchor="ctr"/>
          <a:lstStyle/>
          <a:p>
            <a:r>
              <a:rPr lang="en-US" sz="1400" b="1" dirty="0">
                <a:solidFill>
                  <a:srgbClr val="FFFFFF"/>
                </a:solidFill>
              </a:rPr>
              <a:t>Lifespan</a:t>
            </a:r>
            <a:endParaRPr lang="en-US" sz="1400" dirty="0"/>
          </a:p>
        </p:txBody>
      </p:sp>
      <p:sp>
        <p:nvSpPr>
          <p:cNvPr id="21" name="Text 15"/>
          <p:cNvSpPr/>
          <p:nvPr/>
        </p:nvSpPr>
        <p:spPr>
          <a:xfrm>
            <a:off x="3282696" y="2944369"/>
            <a:ext cx="2596896" cy="1874520"/>
          </a:xfrm>
          <a:prstGeom prst="rect">
            <a:avLst/>
          </a:prstGeom>
          <a:noFill/>
          <a:ln/>
        </p:spPr>
        <p:txBody>
          <a:bodyPr wrap="square" lIns="0" tIns="0" rIns="0" bIns="0" rtlCol="0" anchor="t"/>
          <a:lstStyle/>
          <a:p>
            <a:r>
              <a:rPr lang="en-US" sz="1051" dirty="0">
                <a:solidFill>
                  <a:srgbClr val="FFFFFF"/>
                </a:solidFill>
              </a:rPr>
              <a:t>Having precise speed control allows the motor to run at appropriate speeds for different tasks. This reduces unnecessary stress on components and can extend the life of the sander.</a:t>
            </a:r>
          </a:p>
        </p:txBody>
      </p:sp>
      <p:sp>
        <p:nvSpPr>
          <p:cNvPr id="22" name="Shape 16"/>
          <p:cNvSpPr/>
          <p:nvPr/>
        </p:nvSpPr>
        <p:spPr>
          <a:xfrm>
            <a:off x="6117336" y="2395729"/>
            <a:ext cx="2816352" cy="2514600"/>
          </a:xfrm>
          <a:prstGeom prst="rect">
            <a:avLst/>
          </a:prstGeom>
          <a:solidFill>
            <a:srgbClr val="1A2A3A"/>
          </a:solidFill>
          <a:ln w="19050">
            <a:solidFill>
              <a:srgbClr val="2E7D32"/>
            </a:solidFill>
            <a:prstDash val="solid"/>
          </a:ln>
          <a:effectLst>
            <a:outerShdw blurRad="101600" dist="38100" dir="8100000" algn="bl" rotWithShape="0">
              <a:srgbClr val="000000">
                <a:alpha val="18000"/>
              </a:srgbClr>
            </a:outerShdw>
          </a:effectLst>
        </p:spPr>
        <p:txBody>
          <a:bodyPr/>
          <a:lstStyle/>
          <a:p>
            <a:endParaRPr lang="en-US"/>
          </a:p>
        </p:txBody>
      </p:sp>
      <p:sp>
        <p:nvSpPr>
          <p:cNvPr id="23" name="Shape 17"/>
          <p:cNvSpPr/>
          <p:nvPr/>
        </p:nvSpPr>
        <p:spPr>
          <a:xfrm>
            <a:off x="6117336" y="2395729"/>
            <a:ext cx="2816352" cy="457200"/>
          </a:xfrm>
          <a:prstGeom prst="rect">
            <a:avLst/>
          </a:prstGeom>
          <a:solidFill>
            <a:srgbClr val="2E7D32"/>
          </a:solidFill>
          <a:ln w="12700">
            <a:solidFill>
              <a:srgbClr val="2E7D32"/>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6208776" y="2441449"/>
            <a:ext cx="320040" cy="320040"/>
          </a:xfrm>
          <a:prstGeom prst="rect">
            <a:avLst/>
          </a:prstGeom>
        </p:spPr>
      </p:pic>
      <p:sp>
        <p:nvSpPr>
          <p:cNvPr id="25" name="Text 18"/>
          <p:cNvSpPr/>
          <p:nvPr/>
        </p:nvSpPr>
        <p:spPr>
          <a:xfrm>
            <a:off x="6620256" y="2423161"/>
            <a:ext cx="2194560" cy="411480"/>
          </a:xfrm>
          <a:prstGeom prst="rect">
            <a:avLst/>
          </a:prstGeom>
          <a:noFill/>
          <a:ln/>
        </p:spPr>
        <p:txBody>
          <a:bodyPr wrap="square" lIns="0" tIns="0" rIns="0" bIns="0" rtlCol="0" anchor="ctr"/>
          <a:lstStyle/>
          <a:p>
            <a:r>
              <a:rPr lang="en-US" sz="1400" b="1" dirty="0">
                <a:solidFill>
                  <a:srgbClr val="FFFFFF"/>
                </a:solidFill>
              </a:rPr>
              <a:t>User Experience</a:t>
            </a:r>
            <a:endParaRPr lang="en-US" sz="1400" dirty="0"/>
          </a:p>
        </p:txBody>
      </p:sp>
      <p:sp>
        <p:nvSpPr>
          <p:cNvPr id="26" name="Text 19"/>
          <p:cNvSpPr/>
          <p:nvPr/>
        </p:nvSpPr>
        <p:spPr>
          <a:xfrm>
            <a:off x="6227064" y="2944369"/>
            <a:ext cx="2596896" cy="1874520"/>
          </a:xfrm>
          <a:prstGeom prst="rect">
            <a:avLst/>
          </a:prstGeom>
          <a:noFill/>
          <a:ln/>
        </p:spPr>
        <p:txBody>
          <a:bodyPr wrap="square" lIns="0" tIns="0" rIns="0" bIns="0" rtlCol="0" anchor="t"/>
          <a:lstStyle/>
          <a:p>
            <a:r>
              <a:rPr lang="en-US" sz="1051" dirty="0">
                <a:solidFill>
                  <a:srgbClr val="FFFFFF"/>
                </a:solidFill>
              </a:rPr>
              <a:t>Users can choose the exact speed they need instead of being stuck between fixed options. </a:t>
            </a:r>
            <a:r>
              <a:rPr lang="en-US" sz="1051">
                <a:solidFill>
                  <a:srgbClr val="FFFFFF"/>
                </a:solidFill>
              </a:rPr>
              <a:t>This improves control, reduces mistakes, and makes the tool easier and safer to use for detailed work.</a:t>
            </a:r>
          </a:p>
        </p:txBody>
      </p:sp>
      <p:sp>
        <p:nvSpPr>
          <p:cNvPr id="27" name="Shape 20"/>
          <p:cNvSpPr/>
          <p:nvPr/>
        </p:nvSpPr>
        <p:spPr>
          <a:xfrm>
            <a:off x="0" y="4873753"/>
            <a:ext cx="9144000" cy="269748"/>
          </a:xfrm>
          <a:prstGeom prst="rect">
            <a:avLst/>
          </a:prstGeom>
          <a:solidFill>
            <a:srgbClr val="1A237E"/>
          </a:solidFill>
          <a:ln w="12700">
            <a:solidFill>
              <a:srgbClr val="1A237E"/>
            </a:solidFill>
            <a:prstDash val="solid"/>
          </a:ln>
        </p:spPr>
        <p:txBody>
          <a:bodyPr/>
          <a:lstStyle/>
          <a:p>
            <a:endParaRPr lang="en-US"/>
          </a:p>
        </p:txBody>
      </p:sp>
      <p:sp>
        <p:nvSpPr>
          <p:cNvPr id="28" name="Text 21"/>
          <p:cNvSpPr/>
          <p:nvPr/>
        </p:nvSpPr>
        <p:spPr>
          <a:xfrm>
            <a:off x="0" y="4873753"/>
            <a:ext cx="9144000" cy="269748"/>
          </a:xfrm>
          <a:prstGeom prst="rect">
            <a:avLst/>
          </a:prstGeom>
          <a:noFill/>
          <a:ln/>
        </p:spPr>
        <p:txBody>
          <a:bodyPr wrap="square" lIns="0" tIns="0" rIns="0" bIns="0" rtlCol="0" anchor="ctr"/>
          <a:lstStyle/>
          <a:p>
            <a:pPr algn="ctr"/>
            <a:r>
              <a:rPr lang="en-US" sz="951" dirty="0">
                <a:solidFill>
                  <a:srgbClr val="90A4AE"/>
                </a:solidFill>
              </a:rPr>
              <a:t>ME 1212 · Group 3-1 · Human Interfaces System</a:t>
            </a:r>
            <a:endParaRPr lang="en-US" sz="95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e8527d3-f727-4d1f-a961-ab4bce0063b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55743C67C3E749B24459FA3C734407" ma:contentTypeVersion="10" ma:contentTypeDescription="Create a new document." ma:contentTypeScope="" ma:versionID="303ebc852e70a1fb7db8249fe42998c3">
  <xsd:schema xmlns:xsd="http://www.w3.org/2001/XMLSchema" xmlns:xs="http://www.w3.org/2001/XMLSchema" xmlns:p="http://schemas.microsoft.com/office/2006/metadata/properties" xmlns:ns2="de8527d3-f727-4d1f-a961-ab4bce0063b5" targetNamespace="http://schemas.microsoft.com/office/2006/metadata/properties" ma:root="true" ma:fieldsID="8eee51b509d6dc60878af5620f609996" ns2:_="">
    <xsd:import namespace="de8527d3-f727-4d1f-a961-ab4bce0063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Locatio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8527d3-f727-4d1f-a961-ab4bce0063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ff5f06a-e980-4152-9b94-92a1b6e5e21e" ma:termSetId="09814cd3-568e-fe90-9814-8d621ff8fb84" ma:anchorId="fba54fb3-c3e1-fe81-a776-ca4b69148c4d" ma:open="true" ma:isKeyword="false">
      <xsd:complexType>
        <xsd:sequence>
          <xsd:element ref="pc:Terms" minOccurs="0" maxOccurs="1"/>
        </xsd:sequence>
      </xsd:complexType>
    </xsd:element>
    <xsd:element name="MediaServiceLocation" ma:index="14" nillable="true" ma:displayName="Location" ma:indexed="true"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891655-86F4-4AC8-95F9-F84C114BB0E2}">
  <ds:schemaRefs>
    <ds:schemaRef ds:uri="http://schemas.microsoft.com/sharepoint/v3/contenttype/forms"/>
  </ds:schemaRefs>
</ds:datastoreItem>
</file>

<file path=customXml/itemProps2.xml><?xml version="1.0" encoding="utf-8"?>
<ds:datastoreItem xmlns:ds="http://schemas.openxmlformats.org/officeDocument/2006/customXml" ds:itemID="{912D7ABF-E1FD-410C-8B5E-2B3AFB892FD8}">
  <ds:schemaRefs>
    <ds:schemaRef ds:uri="http://www.w3.org/XML/1998/namespace"/>
    <ds:schemaRef ds:uri="http://purl.org/dc/elements/1.1/"/>
    <ds:schemaRef ds:uri="http://schemas.microsoft.com/office/2006/documentManagement/types"/>
    <ds:schemaRef ds:uri="http://purl.org/dc/term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de8527d3-f727-4d1f-a961-ab4bce0063b5"/>
  </ds:schemaRefs>
</ds:datastoreItem>
</file>

<file path=customXml/itemProps3.xml><?xml version="1.0" encoding="utf-8"?>
<ds:datastoreItem xmlns:ds="http://schemas.openxmlformats.org/officeDocument/2006/customXml" ds:itemID="{38E76436-880C-4EEC-8C30-C284A859E0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8527d3-f727-4d1f-a961-ab4bce0063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TM16401375[[fn=Madison]]</Template>
  <TotalTime>68</TotalTime>
  <Words>539</Words>
  <Application>Microsoft Macintosh PowerPoint</Application>
  <PresentationFormat>On-screen Show (16:9)</PresentationFormat>
  <Paragraphs>61</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MS Shell Dlg 2</vt:lpstr>
      <vt:lpstr>Wingdings</vt:lpstr>
      <vt:lpstr>Wingdings 3</vt:lpstr>
      <vt:lpstr>Madison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Interfaces System — ME 1212 Group 3-1</dc:title>
  <dc:subject>PptxGenJS Presentation</dc:subject>
  <dc:creator>PptxGenJS</dc:creator>
  <cp:lastModifiedBy>Mohamed Kheshouei</cp:lastModifiedBy>
  <cp:revision>3</cp:revision>
  <dcterms:created xsi:type="dcterms:W3CDTF">2026-04-22T01:46:54Z</dcterms:created>
  <dcterms:modified xsi:type="dcterms:W3CDTF">2026-09-05T02:08:58Z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0x0101000755743C67C3E749B24459FA3C734407</vt:lpwstr>
  </property>
  <property fmtid="{D5CDD505-2E9C-101B-9397-08002B2CF9AE}" pid="3" name="MediaServiceImageTags">
    <vt:lpwstr/>
  </property>
</Properties>
</file>